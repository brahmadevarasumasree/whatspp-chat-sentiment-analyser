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653DB3-9045-4999-90B4-7BFC1D388F1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6F40D9C-DB1C-49A4-890D-2EB44C853732}">
      <dgm:prSet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Core Functionality:</a:t>
          </a: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 Automatically analyzes exported WhatsApp chats to determine the emotional tone (sentiment) of messages.</a:t>
          </a:r>
        </a:p>
      </dgm:t>
    </dgm:pt>
    <dgm:pt modelId="{AB8C61A6-F63F-4CCB-A463-6F5D2A7B2EA5}" type="parTrans" cxnId="{B7691DF8-A8AA-45CF-93B9-7A26D4B556DF}">
      <dgm:prSet/>
      <dgm:spPr/>
      <dgm:t>
        <a:bodyPr/>
        <a:lstStyle/>
        <a:p>
          <a:endParaRPr lang="en-US"/>
        </a:p>
      </dgm:t>
    </dgm:pt>
    <dgm:pt modelId="{1AA1A92F-C187-48A3-85B9-FAC413225427}" type="sibTrans" cxnId="{B7691DF8-A8AA-45CF-93B9-7A26D4B556DF}">
      <dgm:prSet/>
      <dgm:spPr/>
      <dgm:t>
        <a:bodyPr/>
        <a:lstStyle/>
        <a:p>
          <a:endParaRPr lang="en-US"/>
        </a:p>
      </dgm:t>
    </dgm:pt>
    <dgm:pt modelId="{CF32C57C-E0EF-4091-A050-48E675D68A8F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Sentiment Categorization: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Classifies messages into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Positive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Negative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and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Neutral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categories.</a:t>
          </a:r>
        </a:p>
      </dgm:t>
    </dgm:pt>
    <dgm:pt modelId="{788EA2D3-40B8-4F60-8B66-A277CE62A0FE}" type="parTrans" cxnId="{AF43B2EE-4225-44BF-BE33-D6AB89594A46}">
      <dgm:prSet/>
      <dgm:spPr/>
      <dgm:t>
        <a:bodyPr/>
        <a:lstStyle/>
        <a:p>
          <a:endParaRPr lang="en-US"/>
        </a:p>
      </dgm:t>
    </dgm:pt>
    <dgm:pt modelId="{78D63282-6B4B-476C-8BA8-5747283A89A5}" type="sibTrans" cxnId="{AF43B2EE-4225-44BF-BE33-D6AB89594A46}">
      <dgm:prSet/>
      <dgm:spPr/>
      <dgm:t>
        <a:bodyPr/>
        <a:lstStyle/>
        <a:p>
          <a:endParaRPr lang="en-US"/>
        </a:p>
      </dgm:t>
    </dgm:pt>
    <dgm:pt modelId="{7E406E75-64C9-40DA-A21D-808C2E3676C9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Key Insight: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Provides per-sender statistics, sentiment distribution, and trend over time for deeper user understanding.</a:t>
          </a:r>
        </a:p>
      </dgm:t>
    </dgm:pt>
    <dgm:pt modelId="{3EE05A11-FC4E-4A58-B52A-CAD9E2CAA982}" type="parTrans" cxnId="{064E6DB6-27BE-46F7-9DA1-DBA6FEE779BE}">
      <dgm:prSet/>
      <dgm:spPr/>
      <dgm:t>
        <a:bodyPr/>
        <a:lstStyle/>
        <a:p>
          <a:endParaRPr lang="en-US"/>
        </a:p>
      </dgm:t>
    </dgm:pt>
    <dgm:pt modelId="{FF3CD0E7-07A9-4092-ACDC-EB9EE26D8C1F}" type="sibTrans" cxnId="{064E6DB6-27BE-46F7-9DA1-DBA6FEE779BE}">
      <dgm:prSet/>
      <dgm:spPr/>
      <dgm:t>
        <a:bodyPr/>
        <a:lstStyle/>
        <a:p>
          <a:endParaRPr lang="en-US"/>
        </a:p>
      </dgm:t>
    </dgm:pt>
    <dgm:pt modelId="{D00DADAC-BF0F-42D3-8CC7-F5BF9025F5EA}" type="pres">
      <dgm:prSet presAssocID="{B4653DB3-9045-4999-90B4-7BFC1D388F12}" presName="linear" presStyleCnt="0">
        <dgm:presLayoutVars>
          <dgm:animLvl val="lvl"/>
          <dgm:resizeHandles val="exact"/>
        </dgm:presLayoutVars>
      </dgm:prSet>
      <dgm:spPr/>
    </dgm:pt>
    <dgm:pt modelId="{2B963EDB-09C0-4486-B095-17A5B65AE2D3}" type="pres">
      <dgm:prSet presAssocID="{66F40D9C-DB1C-49A4-890D-2EB44C8537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3CC657E-059E-4922-8FCE-3EBDA25DADEF}" type="pres">
      <dgm:prSet presAssocID="{1AA1A92F-C187-48A3-85B9-FAC413225427}" presName="spacer" presStyleCnt="0"/>
      <dgm:spPr/>
    </dgm:pt>
    <dgm:pt modelId="{BB1A4AD8-2D30-417E-ACAA-E51D0BC9AACF}" type="pres">
      <dgm:prSet presAssocID="{CF32C57C-E0EF-4091-A050-48E675D68A8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DFFD366-4A55-4D2C-9D3C-20D19B2B4BBD}" type="pres">
      <dgm:prSet presAssocID="{78D63282-6B4B-476C-8BA8-5747283A89A5}" presName="spacer" presStyleCnt="0"/>
      <dgm:spPr/>
    </dgm:pt>
    <dgm:pt modelId="{07C28025-92CC-4DFF-89A9-202EFC175240}" type="pres">
      <dgm:prSet presAssocID="{7E406E75-64C9-40DA-A21D-808C2E3676C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471BC3D-716E-4D32-BEDB-A3A95787F1F6}" type="presOf" srcId="{CF32C57C-E0EF-4091-A050-48E675D68A8F}" destId="{BB1A4AD8-2D30-417E-ACAA-E51D0BC9AACF}" srcOrd="0" destOrd="0" presId="urn:microsoft.com/office/officeart/2005/8/layout/vList2"/>
    <dgm:cxn modelId="{4FFA3E4F-49B7-48EA-80DC-6BDAD6E281CA}" type="presOf" srcId="{B4653DB3-9045-4999-90B4-7BFC1D388F12}" destId="{D00DADAC-BF0F-42D3-8CC7-F5BF9025F5EA}" srcOrd="0" destOrd="0" presId="urn:microsoft.com/office/officeart/2005/8/layout/vList2"/>
    <dgm:cxn modelId="{064E6DB6-27BE-46F7-9DA1-DBA6FEE779BE}" srcId="{B4653DB3-9045-4999-90B4-7BFC1D388F12}" destId="{7E406E75-64C9-40DA-A21D-808C2E3676C9}" srcOrd="2" destOrd="0" parTransId="{3EE05A11-FC4E-4A58-B52A-CAD9E2CAA982}" sibTransId="{FF3CD0E7-07A9-4092-ACDC-EB9EE26D8C1F}"/>
    <dgm:cxn modelId="{FEA89DBB-6374-4690-AC40-DD201496E7B8}" type="presOf" srcId="{7E406E75-64C9-40DA-A21D-808C2E3676C9}" destId="{07C28025-92CC-4DFF-89A9-202EFC175240}" srcOrd="0" destOrd="0" presId="urn:microsoft.com/office/officeart/2005/8/layout/vList2"/>
    <dgm:cxn modelId="{47A309CE-78B1-4E23-AFB6-1C9AC600B1C8}" type="presOf" srcId="{66F40D9C-DB1C-49A4-890D-2EB44C853732}" destId="{2B963EDB-09C0-4486-B095-17A5B65AE2D3}" srcOrd="0" destOrd="0" presId="urn:microsoft.com/office/officeart/2005/8/layout/vList2"/>
    <dgm:cxn modelId="{AF43B2EE-4225-44BF-BE33-D6AB89594A46}" srcId="{B4653DB3-9045-4999-90B4-7BFC1D388F12}" destId="{CF32C57C-E0EF-4091-A050-48E675D68A8F}" srcOrd="1" destOrd="0" parTransId="{788EA2D3-40B8-4F60-8B66-A277CE62A0FE}" sibTransId="{78D63282-6B4B-476C-8BA8-5747283A89A5}"/>
    <dgm:cxn modelId="{B7691DF8-A8AA-45CF-93B9-7A26D4B556DF}" srcId="{B4653DB3-9045-4999-90B4-7BFC1D388F12}" destId="{66F40D9C-DB1C-49A4-890D-2EB44C853732}" srcOrd="0" destOrd="0" parTransId="{AB8C61A6-F63F-4CCB-A463-6F5D2A7B2EA5}" sibTransId="{1AA1A92F-C187-48A3-85B9-FAC413225427}"/>
    <dgm:cxn modelId="{25B7FE77-F74E-4E53-BA7E-9C9EC856C35E}" type="presParOf" srcId="{D00DADAC-BF0F-42D3-8CC7-F5BF9025F5EA}" destId="{2B963EDB-09C0-4486-B095-17A5B65AE2D3}" srcOrd="0" destOrd="0" presId="urn:microsoft.com/office/officeart/2005/8/layout/vList2"/>
    <dgm:cxn modelId="{72E8FE77-7D5B-4B25-B13D-383177E5707A}" type="presParOf" srcId="{D00DADAC-BF0F-42D3-8CC7-F5BF9025F5EA}" destId="{03CC657E-059E-4922-8FCE-3EBDA25DADEF}" srcOrd="1" destOrd="0" presId="urn:microsoft.com/office/officeart/2005/8/layout/vList2"/>
    <dgm:cxn modelId="{07561B95-1DAD-40BC-84C9-DEB49CADCEA5}" type="presParOf" srcId="{D00DADAC-BF0F-42D3-8CC7-F5BF9025F5EA}" destId="{BB1A4AD8-2D30-417E-ACAA-E51D0BC9AACF}" srcOrd="2" destOrd="0" presId="urn:microsoft.com/office/officeart/2005/8/layout/vList2"/>
    <dgm:cxn modelId="{8228C474-5D20-4872-998B-1F2D2ECD1508}" type="presParOf" srcId="{D00DADAC-BF0F-42D3-8CC7-F5BF9025F5EA}" destId="{4DFFD366-4A55-4D2C-9D3C-20D19B2B4BBD}" srcOrd="3" destOrd="0" presId="urn:microsoft.com/office/officeart/2005/8/layout/vList2"/>
    <dgm:cxn modelId="{40BE77F6-FA67-488A-80D4-19CDA1595C24}" type="presParOf" srcId="{D00DADAC-BF0F-42D3-8CC7-F5BF9025F5EA}" destId="{07C28025-92CC-4DFF-89A9-202EFC17524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9AE486-6999-48FA-8045-1CD3222A179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AF211FF-1905-4CF3-98A8-3F36D0CD57AA}">
      <dgm:prSet custT="1"/>
      <dgm:spPr/>
      <dgm:t>
        <a:bodyPr/>
        <a:lstStyle/>
        <a:p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Step 1: Data Acquisition — Exporting raw .txt chat files.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D4B25A-4A5C-4F21-B396-01DC8FC45C07}" type="parTrans" cxnId="{595E786E-D625-4CFF-831A-4E6CB505A1FB}">
      <dgm:prSet/>
      <dgm:spPr/>
      <dgm:t>
        <a:bodyPr/>
        <a:lstStyle/>
        <a:p>
          <a:endParaRPr lang="en-US"/>
        </a:p>
      </dgm:t>
    </dgm:pt>
    <dgm:pt modelId="{ACE19731-6B0D-420F-AEB4-25C0FC413E81}" type="sibTrans" cxnId="{595E786E-D625-4CFF-831A-4E6CB505A1FB}">
      <dgm:prSet/>
      <dgm:spPr/>
      <dgm:t>
        <a:bodyPr/>
        <a:lstStyle/>
        <a:p>
          <a:endParaRPr lang="en-US"/>
        </a:p>
      </dgm:t>
    </dgm:pt>
    <dgm:pt modelId="{8A9D4C0D-041C-48A5-866E-8B15D2F3817D}">
      <dgm:prSet custT="1"/>
      <dgm:spPr/>
      <dgm:t>
        <a:bodyPr/>
        <a:lstStyle/>
        <a:p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Step 2: Preprocessing &amp; Cleaning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B6FC58-79F2-4EBD-B69F-906D33969711}" type="parTrans" cxnId="{D5A0B05C-BA17-4DDA-9475-357BE65AC322}">
      <dgm:prSet/>
      <dgm:spPr/>
      <dgm:t>
        <a:bodyPr/>
        <a:lstStyle/>
        <a:p>
          <a:endParaRPr lang="en-US"/>
        </a:p>
      </dgm:t>
    </dgm:pt>
    <dgm:pt modelId="{848C3033-87C1-4DCB-9DE4-4E18B6062BE5}" type="sibTrans" cxnId="{D5A0B05C-BA17-4DDA-9475-357BE65AC322}">
      <dgm:prSet/>
      <dgm:spPr/>
      <dgm:t>
        <a:bodyPr/>
        <a:lstStyle/>
        <a:p>
          <a:endParaRPr lang="en-US"/>
        </a:p>
      </dgm:t>
    </dgm:pt>
    <dgm:pt modelId="{A4CA07D8-0B15-42DB-A871-2B6B767EAF12}">
      <dgm:prSet custT="1"/>
      <dgm:spPr/>
      <dgm:t>
        <a:bodyPr/>
        <a:lstStyle/>
        <a:p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Parsing timestamps and user identifiers.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A8EBBF-4F63-4C47-95CB-E5FA8BF4170B}" type="parTrans" cxnId="{7EFA863A-5EBC-478C-8AC8-3434E84711DE}">
      <dgm:prSet/>
      <dgm:spPr/>
      <dgm:t>
        <a:bodyPr/>
        <a:lstStyle/>
        <a:p>
          <a:endParaRPr lang="en-US"/>
        </a:p>
      </dgm:t>
    </dgm:pt>
    <dgm:pt modelId="{9101D919-7354-4964-B6CE-049F2BFDB294}" type="sibTrans" cxnId="{7EFA863A-5EBC-478C-8AC8-3434E84711DE}">
      <dgm:prSet/>
      <dgm:spPr/>
      <dgm:t>
        <a:bodyPr/>
        <a:lstStyle/>
        <a:p>
          <a:endParaRPr lang="en-US"/>
        </a:p>
      </dgm:t>
    </dgm:pt>
    <dgm:pt modelId="{BB458F9C-1C67-452E-9A4F-6431BD93EF22}">
      <dgm:prSet custT="1"/>
      <dgm:spPr/>
      <dgm:t>
        <a:bodyPr/>
        <a:lstStyle/>
        <a:p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Handling emojis, media, and special characters.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9794A5-877F-405C-82D6-B740A5F5D141}" type="parTrans" cxnId="{13770CC0-A667-46F4-AAD0-4BED4AB47A74}">
      <dgm:prSet/>
      <dgm:spPr/>
      <dgm:t>
        <a:bodyPr/>
        <a:lstStyle/>
        <a:p>
          <a:endParaRPr lang="en-US"/>
        </a:p>
      </dgm:t>
    </dgm:pt>
    <dgm:pt modelId="{8E7D2BF2-4BD7-4584-A31E-EEDD6F33DCDD}" type="sibTrans" cxnId="{13770CC0-A667-46F4-AAD0-4BED4AB47A74}">
      <dgm:prSet/>
      <dgm:spPr/>
      <dgm:t>
        <a:bodyPr/>
        <a:lstStyle/>
        <a:p>
          <a:endParaRPr lang="en-US"/>
        </a:p>
      </dgm:t>
    </dgm:pt>
    <dgm:pt modelId="{872B8956-4E64-4844-871C-C26CA6EA0F87}">
      <dgm:prSet custT="1"/>
      <dgm:spPr/>
      <dgm:t>
        <a:bodyPr/>
        <a:lstStyle/>
        <a:p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Tokenization, </a:t>
          </a:r>
          <a:r>
            <a:rPr lang="en-US" sz="160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Stopword</a:t>
          </a:r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Removal, and Normalization.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C0E882-4641-4F22-BBA2-18047EA7567B}" type="parTrans" cxnId="{5B0E2FEB-83A0-45FF-A83D-3D963C3B2AF1}">
      <dgm:prSet/>
      <dgm:spPr/>
      <dgm:t>
        <a:bodyPr/>
        <a:lstStyle/>
        <a:p>
          <a:endParaRPr lang="en-US"/>
        </a:p>
      </dgm:t>
    </dgm:pt>
    <dgm:pt modelId="{A2E49CB3-3565-408C-B6C6-D333964A7FCD}" type="sibTrans" cxnId="{5B0E2FEB-83A0-45FF-A83D-3D963C3B2AF1}">
      <dgm:prSet/>
      <dgm:spPr/>
      <dgm:t>
        <a:bodyPr/>
        <a:lstStyle/>
        <a:p>
          <a:endParaRPr lang="en-US"/>
        </a:p>
      </dgm:t>
    </dgm:pt>
    <dgm:pt modelId="{22D44BE0-761A-4627-B64C-68D275BFB80A}">
      <dgm:prSet custT="1"/>
      <dgm:spPr/>
      <dgm:t>
        <a:bodyPr/>
        <a:lstStyle/>
        <a:p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Step 3: Feature Engineering — Preparing the clean text for the Deep Learning model.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567ACF-6792-49A8-B80D-537EB27436F6}" type="parTrans" cxnId="{8A042126-153E-47DF-84BB-FF1BF9F92278}">
      <dgm:prSet/>
      <dgm:spPr/>
      <dgm:t>
        <a:bodyPr/>
        <a:lstStyle/>
        <a:p>
          <a:endParaRPr lang="en-US"/>
        </a:p>
      </dgm:t>
    </dgm:pt>
    <dgm:pt modelId="{C96B6602-7A88-4CE7-85DD-F6A3B18C1902}" type="sibTrans" cxnId="{8A042126-153E-47DF-84BB-FF1BF9F92278}">
      <dgm:prSet/>
      <dgm:spPr/>
      <dgm:t>
        <a:bodyPr/>
        <a:lstStyle/>
        <a:p>
          <a:endParaRPr lang="en-US"/>
        </a:p>
      </dgm:t>
    </dgm:pt>
    <dgm:pt modelId="{E1C9FBF9-C81B-4112-9BAB-98021D072BC1}">
      <dgm:prSet custT="1"/>
      <dgm:spPr/>
      <dgm:t>
        <a:bodyPr/>
        <a:lstStyle/>
        <a:p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Step 4: Statistical Analysis — Generating initial metrics and visualizations.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5A87CD-C124-4E66-8A93-59584A47C7BC}" type="parTrans" cxnId="{46D4EC94-3B7E-4E8D-BB48-10156FA31005}">
      <dgm:prSet/>
      <dgm:spPr/>
      <dgm:t>
        <a:bodyPr/>
        <a:lstStyle/>
        <a:p>
          <a:endParaRPr lang="en-US"/>
        </a:p>
      </dgm:t>
    </dgm:pt>
    <dgm:pt modelId="{DD20B21E-2F57-4F02-B671-BB29E0CA4C2D}" type="sibTrans" cxnId="{46D4EC94-3B7E-4E8D-BB48-10156FA31005}">
      <dgm:prSet/>
      <dgm:spPr/>
      <dgm:t>
        <a:bodyPr/>
        <a:lstStyle/>
        <a:p>
          <a:endParaRPr lang="en-US"/>
        </a:p>
      </dgm:t>
    </dgm:pt>
    <dgm:pt modelId="{0191863D-FA85-41F1-BE1B-127693A02605}" type="pres">
      <dgm:prSet presAssocID="{F19AE486-6999-48FA-8045-1CD3222A1797}" presName="Name0" presStyleCnt="0">
        <dgm:presLayoutVars>
          <dgm:dir/>
          <dgm:resizeHandles val="exact"/>
        </dgm:presLayoutVars>
      </dgm:prSet>
      <dgm:spPr/>
    </dgm:pt>
    <dgm:pt modelId="{80330123-8080-41CD-96BF-1A8873EFDFEB}" type="pres">
      <dgm:prSet presAssocID="{5AF211FF-1905-4CF3-98A8-3F36D0CD57AA}" presName="node" presStyleLbl="node1" presStyleIdx="0" presStyleCnt="7" custScaleY="136177">
        <dgm:presLayoutVars>
          <dgm:bulletEnabled val="1"/>
        </dgm:presLayoutVars>
      </dgm:prSet>
      <dgm:spPr/>
    </dgm:pt>
    <dgm:pt modelId="{4E56D2F7-CF78-4C95-9E00-DB7C80C40F0A}" type="pres">
      <dgm:prSet presAssocID="{ACE19731-6B0D-420F-AEB4-25C0FC413E81}" presName="sibTrans" presStyleLbl="sibTrans1D1" presStyleIdx="0" presStyleCnt="6"/>
      <dgm:spPr/>
    </dgm:pt>
    <dgm:pt modelId="{3BE69C08-3E65-468A-8D66-F6E380504D45}" type="pres">
      <dgm:prSet presAssocID="{ACE19731-6B0D-420F-AEB4-25C0FC413E81}" presName="connectorText" presStyleLbl="sibTrans1D1" presStyleIdx="0" presStyleCnt="6"/>
      <dgm:spPr/>
    </dgm:pt>
    <dgm:pt modelId="{8AD14788-3423-4C74-91AE-B905385BE3E9}" type="pres">
      <dgm:prSet presAssocID="{8A9D4C0D-041C-48A5-866E-8B15D2F3817D}" presName="node" presStyleLbl="node1" presStyleIdx="1" presStyleCnt="7" custScaleY="138940">
        <dgm:presLayoutVars>
          <dgm:bulletEnabled val="1"/>
        </dgm:presLayoutVars>
      </dgm:prSet>
      <dgm:spPr/>
    </dgm:pt>
    <dgm:pt modelId="{CE6348F7-25E4-4053-B682-C98E805E3EDB}" type="pres">
      <dgm:prSet presAssocID="{848C3033-87C1-4DCB-9DE4-4E18B6062BE5}" presName="sibTrans" presStyleLbl="sibTrans1D1" presStyleIdx="1" presStyleCnt="6"/>
      <dgm:spPr/>
    </dgm:pt>
    <dgm:pt modelId="{100C9BA1-99D7-4DA2-AA18-79CF4D06DC35}" type="pres">
      <dgm:prSet presAssocID="{848C3033-87C1-4DCB-9DE4-4E18B6062BE5}" presName="connectorText" presStyleLbl="sibTrans1D1" presStyleIdx="1" presStyleCnt="6"/>
      <dgm:spPr/>
    </dgm:pt>
    <dgm:pt modelId="{EC018E75-80BA-4E79-9D0F-4263B072F99F}" type="pres">
      <dgm:prSet presAssocID="{A4CA07D8-0B15-42DB-A871-2B6B767EAF12}" presName="node" presStyleLbl="node1" presStyleIdx="2" presStyleCnt="7" custScaleY="136177">
        <dgm:presLayoutVars>
          <dgm:bulletEnabled val="1"/>
        </dgm:presLayoutVars>
      </dgm:prSet>
      <dgm:spPr/>
    </dgm:pt>
    <dgm:pt modelId="{A0D0BBAA-A150-45A2-BCF9-8C3BD58E20C1}" type="pres">
      <dgm:prSet presAssocID="{9101D919-7354-4964-B6CE-049F2BFDB294}" presName="sibTrans" presStyleLbl="sibTrans1D1" presStyleIdx="2" presStyleCnt="6"/>
      <dgm:spPr/>
    </dgm:pt>
    <dgm:pt modelId="{01A3F54E-7870-4411-AD3F-ED9982F0F380}" type="pres">
      <dgm:prSet presAssocID="{9101D919-7354-4964-B6CE-049F2BFDB294}" presName="connectorText" presStyleLbl="sibTrans1D1" presStyleIdx="2" presStyleCnt="6"/>
      <dgm:spPr/>
    </dgm:pt>
    <dgm:pt modelId="{6A3A4C1C-1D69-4B0C-A9B4-6D9FB1EA3F57}" type="pres">
      <dgm:prSet presAssocID="{BB458F9C-1C67-452E-9A4F-6431BD93EF22}" presName="node" presStyleLbl="node1" presStyleIdx="3" presStyleCnt="7" custScaleY="111880">
        <dgm:presLayoutVars>
          <dgm:bulletEnabled val="1"/>
        </dgm:presLayoutVars>
      </dgm:prSet>
      <dgm:spPr/>
    </dgm:pt>
    <dgm:pt modelId="{B7D26243-0767-40A0-86E8-56253E3E8370}" type="pres">
      <dgm:prSet presAssocID="{8E7D2BF2-4BD7-4584-A31E-EEDD6F33DCDD}" presName="sibTrans" presStyleLbl="sibTrans1D1" presStyleIdx="3" presStyleCnt="6"/>
      <dgm:spPr/>
    </dgm:pt>
    <dgm:pt modelId="{07E33A14-D3DE-4307-A3C9-F86FCEE6C3EB}" type="pres">
      <dgm:prSet presAssocID="{8E7D2BF2-4BD7-4584-A31E-EEDD6F33DCDD}" presName="connectorText" presStyleLbl="sibTrans1D1" presStyleIdx="3" presStyleCnt="6"/>
      <dgm:spPr/>
    </dgm:pt>
    <dgm:pt modelId="{06E0A388-B76D-4D2E-81A2-64A872002910}" type="pres">
      <dgm:prSet presAssocID="{872B8956-4E64-4844-871C-C26CA6EA0F87}" presName="node" presStyleLbl="node1" presStyleIdx="4" presStyleCnt="7" custScaleY="111880">
        <dgm:presLayoutVars>
          <dgm:bulletEnabled val="1"/>
        </dgm:presLayoutVars>
      </dgm:prSet>
      <dgm:spPr/>
    </dgm:pt>
    <dgm:pt modelId="{FAA7F324-CD3B-4A5E-9A2F-8589A9C7B4F6}" type="pres">
      <dgm:prSet presAssocID="{A2E49CB3-3565-408C-B6C6-D333964A7FCD}" presName="sibTrans" presStyleLbl="sibTrans1D1" presStyleIdx="4" presStyleCnt="6"/>
      <dgm:spPr/>
    </dgm:pt>
    <dgm:pt modelId="{0C4CBA8D-28D0-4E88-8303-0F628543DFF2}" type="pres">
      <dgm:prSet presAssocID="{A2E49CB3-3565-408C-B6C6-D333964A7FCD}" presName="connectorText" presStyleLbl="sibTrans1D1" presStyleIdx="4" presStyleCnt="6"/>
      <dgm:spPr/>
    </dgm:pt>
    <dgm:pt modelId="{9FB0B8EA-B566-4668-83E7-8EEBBD7CC636}" type="pres">
      <dgm:prSet presAssocID="{22D44BE0-761A-4627-B64C-68D275BFB80A}" presName="node" presStyleLbl="node1" presStyleIdx="5" presStyleCnt="7" custScaleY="111880">
        <dgm:presLayoutVars>
          <dgm:bulletEnabled val="1"/>
        </dgm:presLayoutVars>
      </dgm:prSet>
      <dgm:spPr/>
    </dgm:pt>
    <dgm:pt modelId="{CEFA94D6-62F6-4B81-B268-F7EBB8875579}" type="pres">
      <dgm:prSet presAssocID="{C96B6602-7A88-4CE7-85DD-F6A3B18C1902}" presName="sibTrans" presStyleLbl="sibTrans1D1" presStyleIdx="5" presStyleCnt="6"/>
      <dgm:spPr/>
    </dgm:pt>
    <dgm:pt modelId="{E46C09F7-6E5C-4383-B6D2-6C71F50B4AFD}" type="pres">
      <dgm:prSet presAssocID="{C96B6602-7A88-4CE7-85DD-F6A3B18C1902}" presName="connectorText" presStyleLbl="sibTrans1D1" presStyleIdx="5" presStyleCnt="6"/>
      <dgm:spPr/>
    </dgm:pt>
    <dgm:pt modelId="{0BD1C152-FFF9-4CCC-95E1-13C77D377765}" type="pres">
      <dgm:prSet presAssocID="{E1C9FBF9-C81B-4112-9BAB-98021D072BC1}" presName="node" presStyleLbl="node1" presStyleIdx="6" presStyleCnt="7" custScaleY="124507">
        <dgm:presLayoutVars>
          <dgm:bulletEnabled val="1"/>
        </dgm:presLayoutVars>
      </dgm:prSet>
      <dgm:spPr/>
    </dgm:pt>
  </dgm:ptLst>
  <dgm:cxnLst>
    <dgm:cxn modelId="{8961F60D-1276-44D4-94FD-45CAEF044B11}" type="presOf" srcId="{848C3033-87C1-4DCB-9DE4-4E18B6062BE5}" destId="{CE6348F7-25E4-4053-B682-C98E805E3EDB}" srcOrd="0" destOrd="0" presId="urn:microsoft.com/office/officeart/2016/7/layout/RepeatingBendingProcessNew"/>
    <dgm:cxn modelId="{D42C051F-F801-4C70-9EC6-F5884CBD4208}" type="presOf" srcId="{8A9D4C0D-041C-48A5-866E-8B15D2F3817D}" destId="{8AD14788-3423-4C74-91AE-B905385BE3E9}" srcOrd="0" destOrd="0" presId="urn:microsoft.com/office/officeart/2016/7/layout/RepeatingBendingProcessNew"/>
    <dgm:cxn modelId="{8A042126-153E-47DF-84BB-FF1BF9F92278}" srcId="{F19AE486-6999-48FA-8045-1CD3222A1797}" destId="{22D44BE0-761A-4627-B64C-68D275BFB80A}" srcOrd="5" destOrd="0" parTransId="{02567ACF-6792-49A8-B80D-537EB27436F6}" sibTransId="{C96B6602-7A88-4CE7-85DD-F6A3B18C1902}"/>
    <dgm:cxn modelId="{7EFA863A-5EBC-478C-8AC8-3434E84711DE}" srcId="{F19AE486-6999-48FA-8045-1CD3222A1797}" destId="{A4CA07D8-0B15-42DB-A871-2B6B767EAF12}" srcOrd="2" destOrd="0" parTransId="{ACA8EBBF-4F63-4C47-95CB-E5FA8BF4170B}" sibTransId="{9101D919-7354-4964-B6CE-049F2BFDB294}"/>
    <dgm:cxn modelId="{D5A0B05C-BA17-4DDA-9475-357BE65AC322}" srcId="{F19AE486-6999-48FA-8045-1CD3222A1797}" destId="{8A9D4C0D-041C-48A5-866E-8B15D2F3817D}" srcOrd="1" destOrd="0" parTransId="{4BB6FC58-79F2-4EBD-B69F-906D33969711}" sibTransId="{848C3033-87C1-4DCB-9DE4-4E18B6062BE5}"/>
    <dgm:cxn modelId="{091BA060-C2B2-4B6E-A923-0787E8A91094}" type="presOf" srcId="{5AF211FF-1905-4CF3-98A8-3F36D0CD57AA}" destId="{80330123-8080-41CD-96BF-1A8873EFDFEB}" srcOrd="0" destOrd="0" presId="urn:microsoft.com/office/officeart/2016/7/layout/RepeatingBendingProcessNew"/>
    <dgm:cxn modelId="{558E2865-AF2D-4C9F-9144-BF80CB26F3E8}" type="presOf" srcId="{9101D919-7354-4964-B6CE-049F2BFDB294}" destId="{01A3F54E-7870-4411-AD3F-ED9982F0F380}" srcOrd="1" destOrd="0" presId="urn:microsoft.com/office/officeart/2016/7/layout/RepeatingBendingProcessNew"/>
    <dgm:cxn modelId="{BB2AF267-B471-4AF7-B2D3-7B5AFE19ACA0}" type="presOf" srcId="{A2E49CB3-3565-408C-B6C6-D333964A7FCD}" destId="{FAA7F324-CD3B-4A5E-9A2F-8589A9C7B4F6}" srcOrd="0" destOrd="0" presId="urn:microsoft.com/office/officeart/2016/7/layout/RepeatingBendingProcessNew"/>
    <dgm:cxn modelId="{7B2AB14C-A78A-4B81-93C1-EFE59F899E5E}" type="presOf" srcId="{ACE19731-6B0D-420F-AEB4-25C0FC413E81}" destId="{4E56D2F7-CF78-4C95-9E00-DB7C80C40F0A}" srcOrd="0" destOrd="0" presId="urn:microsoft.com/office/officeart/2016/7/layout/RepeatingBendingProcessNew"/>
    <dgm:cxn modelId="{595E786E-D625-4CFF-831A-4E6CB505A1FB}" srcId="{F19AE486-6999-48FA-8045-1CD3222A1797}" destId="{5AF211FF-1905-4CF3-98A8-3F36D0CD57AA}" srcOrd="0" destOrd="0" parTransId="{6BD4B25A-4A5C-4F21-B396-01DC8FC45C07}" sibTransId="{ACE19731-6B0D-420F-AEB4-25C0FC413E81}"/>
    <dgm:cxn modelId="{0D66CA79-E9BF-4F39-AC5E-3F9056961508}" type="presOf" srcId="{ACE19731-6B0D-420F-AEB4-25C0FC413E81}" destId="{3BE69C08-3E65-468A-8D66-F6E380504D45}" srcOrd="1" destOrd="0" presId="urn:microsoft.com/office/officeart/2016/7/layout/RepeatingBendingProcessNew"/>
    <dgm:cxn modelId="{599EA67C-5484-437A-A7F0-18959DF46CED}" type="presOf" srcId="{9101D919-7354-4964-B6CE-049F2BFDB294}" destId="{A0D0BBAA-A150-45A2-BCF9-8C3BD58E20C1}" srcOrd="0" destOrd="0" presId="urn:microsoft.com/office/officeart/2016/7/layout/RepeatingBendingProcessNew"/>
    <dgm:cxn modelId="{3EC30885-C355-416B-AC59-F7991D58DEF1}" type="presOf" srcId="{A4CA07D8-0B15-42DB-A871-2B6B767EAF12}" destId="{EC018E75-80BA-4E79-9D0F-4263B072F99F}" srcOrd="0" destOrd="0" presId="urn:microsoft.com/office/officeart/2016/7/layout/RepeatingBendingProcessNew"/>
    <dgm:cxn modelId="{71BE908E-9325-4974-9466-8F9B6F2EB82E}" type="presOf" srcId="{8E7D2BF2-4BD7-4584-A31E-EEDD6F33DCDD}" destId="{07E33A14-D3DE-4307-A3C9-F86FCEE6C3EB}" srcOrd="1" destOrd="0" presId="urn:microsoft.com/office/officeart/2016/7/layout/RepeatingBendingProcessNew"/>
    <dgm:cxn modelId="{46D4EC94-3B7E-4E8D-BB48-10156FA31005}" srcId="{F19AE486-6999-48FA-8045-1CD3222A1797}" destId="{E1C9FBF9-C81B-4112-9BAB-98021D072BC1}" srcOrd="6" destOrd="0" parTransId="{E75A87CD-C124-4E66-8A93-59584A47C7BC}" sibTransId="{DD20B21E-2F57-4F02-B671-BB29E0CA4C2D}"/>
    <dgm:cxn modelId="{AF50949B-92B6-4DB3-9538-1E38FB4DCA0C}" type="presOf" srcId="{E1C9FBF9-C81B-4112-9BAB-98021D072BC1}" destId="{0BD1C152-FFF9-4CCC-95E1-13C77D377765}" srcOrd="0" destOrd="0" presId="urn:microsoft.com/office/officeart/2016/7/layout/RepeatingBendingProcessNew"/>
    <dgm:cxn modelId="{66E5A4A5-782E-4762-9B5E-A96853C55D50}" type="presOf" srcId="{F19AE486-6999-48FA-8045-1CD3222A1797}" destId="{0191863D-FA85-41F1-BE1B-127693A02605}" srcOrd="0" destOrd="0" presId="urn:microsoft.com/office/officeart/2016/7/layout/RepeatingBendingProcessNew"/>
    <dgm:cxn modelId="{89D514BF-B863-46A4-A0D7-1FBCA9638BCD}" type="presOf" srcId="{C96B6602-7A88-4CE7-85DD-F6A3B18C1902}" destId="{CEFA94D6-62F6-4B81-B268-F7EBB8875579}" srcOrd="0" destOrd="0" presId="urn:microsoft.com/office/officeart/2016/7/layout/RepeatingBendingProcessNew"/>
    <dgm:cxn modelId="{13770CC0-A667-46F4-AAD0-4BED4AB47A74}" srcId="{F19AE486-6999-48FA-8045-1CD3222A1797}" destId="{BB458F9C-1C67-452E-9A4F-6431BD93EF22}" srcOrd="3" destOrd="0" parTransId="{3D9794A5-877F-405C-82D6-B740A5F5D141}" sibTransId="{8E7D2BF2-4BD7-4584-A31E-EEDD6F33DCDD}"/>
    <dgm:cxn modelId="{0FD805C7-BE8F-4C8D-A20A-0F2EB2A00C6D}" type="presOf" srcId="{22D44BE0-761A-4627-B64C-68D275BFB80A}" destId="{9FB0B8EA-B566-4668-83E7-8EEBBD7CC636}" srcOrd="0" destOrd="0" presId="urn:microsoft.com/office/officeart/2016/7/layout/RepeatingBendingProcessNew"/>
    <dgm:cxn modelId="{0B85EACD-7ED6-47A5-AA9C-0D8A2CE860AA}" type="presOf" srcId="{872B8956-4E64-4844-871C-C26CA6EA0F87}" destId="{06E0A388-B76D-4D2E-81A2-64A872002910}" srcOrd="0" destOrd="0" presId="urn:microsoft.com/office/officeart/2016/7/layout/RepeatingBendingProcessNew"/>
    <dgm:cxn modelId="{04D13FDF-89EC-4F97-80A7-A47C99EA1876}" type="presOf" srcId="{BB458F9C-1C67-452E-9A4F-6431BD93EF22}" destId="{6A3A4C1C-1D69-4B0C-A9B4-6D9FB1EA3F57}" srcOrd="0" destOrd="0" presId="urn:microsoft.com/office/officeart/2016/7/layout/RepeatingBendingProcessNew"/>
    <dgm:cxn modelId="{EC665DE2-ADB8-43CA-81B3-BFC7BC2717D5}" type="presOf" srcId="{A2E49CB3-3565-408C-B6C6-D333964A7FCD}" destId="{0C4CBA8D-28D0-4E88-8303-0F628543DFF2}" srcOrd="1" destOrd="0" presId="urn:microsoft.com/office/officeart/2016/7/layout/RepeatingBendingProcessNew"/>
    <dgm:cxn modelId="{EBED2FE7-40BB-4D6C-88AE-F7CFBFD169B3}" type="presOf" srcId="{848C3033-87C1-4DCB-9DE4-4E18B6062BE5}" destId="{100C9BA1-99D7-4DA2-AA18-79CF4D06DC35}" srcOrd="1" destOrd="0" presId="urn:microsoft.com/office/officeart/2016/7/layout/RepeatingBendingProcessNew"/>
    <dgm:cxn modelId="{5B0E2FEB-83A0-45FF-A83D-3D963C3B2AF1}" srcId="{F19AE486-6999-48FA-8045-1CD3222A1797}" destId="{872B8956-4E64-4844-871C-C26CA6EA0F87}" srcOrd="4" destOrd="0" parTransId="{6CC0E882-4641-4F22-BBA2-18047EA7567B}" sibTransId="{A2E49CB3-3565-408C-B6C6-D333964A7FCD}"/>
    <dgm:cxn modelId="{399BC6EC-DEFB-4E9D-AE1A-C46A71429585}" type="presOf" srcId="{8E7D2BF2-4BD7-4584-A31E-EEDD6F33DCDD}" destId="{B7D26243-0767-40A0-86E8-56253E3E8370}" srcOrd="0" destOrd="0" presId="urn:microsoft.com/office/officeart/2016/7/layout/RepeatingBendingProcessNew"/>
    <dgm:cxn modelId="{661DCDEF-03BD-4442-B1DD-E1E287EA94E6}" type="presOf" srcId="{C96B6602-7A88-4CE7-85DD-F6A3B18C1902}" destId="{E46C09F7-6E5C-4383-B6D2-6C71F50B4AFD}" srcOrd="1" destOrd="0" presId="urn:microsoft.com/office/officeart/2016/7/layout/RepeatingBendingProcessNew"/>
    <dgm:cxn modelId="{84EBECD6-DC37-4F74-B35F-1AE54B791CF2}" type="presParOf" srcId="{0191863D-FA85-41F1-BE1B-127693A02605}" destId="{80330123-8080-41CD-96BF-1A8873EFDFEB}" srcOrd="0" destOrd="0" presId="urn:microsoft.com/office/officeart/2016/7/layout/RepeatingBendingProcessNew"/>
    <dgm:cxn modelId="{337C7686-0ED6-4D5A-AEAF-E1EC128194CA}" type="presParOf" srcId="{0191863D-FA85-41F1-BE1B-127693A02605}" destId="{4E56D2F7-CF78-4C95-9E00-DB7C80C40F0A}" srcOrd="1" destOrd="0" presId="urn:microsoft.com/office/officeart/2016/7/layout/RepeatingBendingProcessNew"/>
    <dgm:cxn modelId="{D408CFF2-ACF3-47EB-A08F-33E85F692D10}" type="presParOf" srcId="{4E56D2F7-CF78-4C95-9E00-DB7C80C40F0A}" destId="{3BE69C08-3E65-468A-8D66-F6E380504D45}" srcOrd="0" destOrd="0" presId="urn:microsoft.com/office/officeart/2016/7/layout/RepeatingBendingProcessNew"/>
    <dgm:cxn modelId="{D1AE1140-8FD8-4E02-8307-C623740849F2}" type="presParOf" srcId="{0191863D-FA85-41F1-BE1B-127693A02605}" destId="{8AD14788-3423-4C74-91AE-B905385BE3E9}" srcOrd="2" destOrd="0" presId="urn:microsoft.com/office/officeart/2016/7/layout/RepeatingBendingProcessNew"/>
    <dgm:cxn modelId="{34415E4A-5C00-4C13-80EE-390AA6045ABE}" type="presParOf" srcId="{0191863D-FA85-41F1-BE1B-127693A02605}" destId="{CE6348F7-25E4-4053-B682-C98E805E3EDB}" srcOrd="3" destOrd="0" presId="urn:microsoft.com/office/officeart/2016/7/layout/RepeatingBendingProcessNew"/>
    <dgm:cxn modelId="{2DE11846-9A12-4743-99CD-8F8D53A9D10C}" type="presParOf" srcId="{CE6348F7-25E4-4053-B682-C98E805E3EDB}" destId="{100C9BA1-99D7-4DA2-AA18-79CF4D06DC35}" srcOrd="0" destOrd="0" presId="urn:microsoft.com/office/officeart/2016/7/layout/RepeatingBendingProcessNew"/>
    <dgm:cxn modelId="{FD030485-9850-4B6C-A754-D2D85F59A9E3}" type="presParOf" srcId="{0191863D-FA85-41F1-BE1B-127693A02605}" destId="{EC018E75-80BA-4E79-9D0F-4263B072F99F}" srcOrd="4" destOrd="0" presId="urn:microsoft.com/office/officeart/2016/7/layout/RepeatingBendingProcessNew"/>
    <dgm:cxn modelId="{18E83DE1-3395-421F-9F73-E8367CD6C28D}" type="presParOf" srcId="{0191863D-FA85-41F1-BE1B-127693A02605}" destId="{A0D0BBAA-A150-45A2-BCF9-8C3BD58E20C1}" srcOrd="5" destOrd="0" presId="urn:microsoft.com/office/officeart/2016/7/layout/RepeatingBendingProcessNew"/>
    <dgm:cxn modelId="{23F2ED85-773D-401B-B25D-B68A7DF4E00E}" type="presParOf" srcId="{A0D0BBAA-A150-45A2-BCF9-8C3BD58E20C1}" destId="{01A3F54E-7870-4411-AD3F-ED9982F0F380}" srcOrd="0" destOrd="0" presId="urn:microsoft.com/office/officeart/2016/7/layout/RepeatingBendingProcessNew"/>
    <dgm:cxn modelId="{1A12187E-AD75-4E1A-A025-539A1224AA2F}" type="presParOf" srcId="{0191863D-FA85-41F1-BE1B-127693A02605}" destId="{6A3A4C1C-1D69-4B0C-A9B4-6D9FB1EA3F57}" srcOrd="6" destOrd="0" presId="urn:microsoft.com/office/officeart/2016/7/layout/RepeatingBendingProcessNew"/>
    <dgm:cxn modelId="{F56A3419-94AA-4C96-8592-8B182E02E0C9}" type="presParOf" srcId="{0191863D-FA85-41F1-BE1B-127693A02605}" destId="{B7D26243-0767-40A0-86E8-56253E3E8370}" srcOrd="7" destOrd="0" presId="urn:microsoft.com/office/officeart/2016/7/layout/RepeatingBendingProcessNew"/>
    <dgm:cxn modelId="{B41FDA66-ECE5-4251-9FB6-8D929DB61A0E}" type="presParOf" srcId="{B7D26243-0767-40A0-86E8-56253E3E8370}" destId="{07E33A14-D3DE-4307-A3C9-F86FCEE6C3EB}" srcOrd="0" destOrd="0" presId="urn:microsoft.com/office/officeart/2016/7/layout/RepeatingBendingProcessNew"/>
    <dgm:cxn modelId="{BDD0651E-84D0-48D6-848A-35402E0A3CBA}" type="presParOf" srcId="{0191863D-FA85-41F1-BE1B-127693A02605}" destId="{06E0A388-B76D-4D2E-81A2-64A872002910}" srcOrd="8" destOrd="0" presId="urn:microsoft.com/office/officeart/2016/7/layout/RepeatingBendingProcessNew"/>
    <dgm:cxn modelId="{4F98E57C-9076-495E-9ADD-8A8378D548CD}" type="presParOf" srcId="{0191863D-FA85-41F1-BE1B-127693A02605}" destId="{FAA7F324-CD3B-4A5E-9A2F-8589A9C7B4F6}" srcOrd="9" destOrd="0" presId="urn:microsoft.com/office/officeart/2016/7/layout/RepeatingBendingProcessNew"/>
    <dgm:cxn modelId="{287CDD3C-C559-4C38-9668-3E1982EE357D}" type="presParOf" srcId="{FAA7F324-CD3B-4A5E-9A2F-8589A9C7B4F6}" destId="{0C4CBA8D-28D0-4E88-8303-0F628543DFF2}" srcOrd="0" destOrd="0" presId="urn:microsoft.com/office/officeart/2016/7/layout/RepeatingBendingProcessNew"/>
    <dgm:cxn modelId="{1B5C8FE7-56F0-43D8-860E-A7CC125CDAF4}" type="presParOf" srcId="{0191863D-FA85-41F1-BE1B-127693A02605}" destId="{9FB0B8EA-B566-4668-83E7-8EEBBD7CC636}" srcOrd="10" destOrd="0" presId="urn:microsoft.com/office/officeart/2016/7/layout/RepeatingBendingProcessNew"/>
    <dgm:cxn modelId="{A6FA8580-D7CD-41DA-B83B-823F2172E85B}" type="presParOf" srcId="{0191863D-FA85-41F1-BE1B-127693A02605}" destId="{CEFA94D6-62F6-4B81-B268-F7EBB8875579}" srcOrd="11" destOrd="0" presId="urn:microsoft.com/office/officeart/2016/7/layout/RepeatingBendingProcessNew"/>
    <dgm:cxn modelId="{9DF66161-4171-4BF8-9E6E-F4AF79E1060A}" type="presParOf" srcId="{CEFA94D6-62F6-4B81-B268-F7EBB8875579}" destId="{E46C09F7-6E5C-4383-B6D2-6C71F50B4AFD}" srcOrd="0" destOrd="0" presId="urn:microsoft.com/office/officeart/2016/7/layout/RepeatingBendingProcessNew"/>
    <dgm:cxn modelId="{D812695B-D415-40D0-91B8-ED64CCED1753}" type="presParOf" srcId="{0191863D-FA85-41F1-BE1B-127693A02605}" destId="{0BD1C152-FFF9-4CCC-95E1-13C77D377765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908546-965F-4DCA-A869-0374259C2F4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DCE97F-D56C-4C99-93A8-C4768CEE495A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Why LSTM? </a:t>
          </a:r>
        </a:p>
        <a:p>
          <a:pPr>
            <a:lnSpc>
              <a:spcPct val="100000"/>
            </a:lnSpc>
            <a:defRPr b="1"/>
          </a:pP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Standard Neural Networks struggle with sequential data, such as chat messages.</a:t>
          </a:r>
        </a:p>
      </dgm:t>
    </dgm:pt>
    <dgm:pt modelId="{E451CFB1-A08E-4FC2-AA25-83E7BD6556F6}" type="parTrans" cxnId="{133F8C92-A27C-4760-BB02-2452BDA76E11}">
      <dgm:prSet/>
      <dgm:spPr/>
      <dgm:t>
        <a:bodyPr/>
        <a:lstStyle/>
        <a:p>
          <a:endParaRPr lang="en-US"/>
        </a:p>
      </dgm:t>
    </dgm:pt>
    <dgm:pt modelId="{C0278A80-433F-45D4-8109-08F54FE755DD}" type="sibTrans" cxnId="{133F8C92-A27C-4760-BB02-2452BDA76E11}">
      <dgm:prSet/>
      <dgm:spPr/>
      <dgm:t>
        <a:bodyPr/>
        <a:lstStyle/>
        <a:p>
          <a:endParaRPr lang="en-US"/>
        </a:p>
      </dgm:t>
    </dgm:pt>
    <dgm:pt modelId="{9CE10BD0-A4E7-4F9E-A1F8-0F34E61DB296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Long Short-Term Memory (LSTM):</a:t>
          </a:r>
        </a:p>
        <a:p>
          <a:pPr>
            <a:lnSpc>
              <a:spcPct val="100000"/>
            </a:lnSpc>
            <a:defRPr b="1"/>
          </a:pPr>
          <a: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 A special type of Recurrent Neural Network (RNN) designed to remember information for long periods, which is crucial for understanding the context and flow of a conversation.</a:t>
          </a:r>
        </a:p>
      </dgm:t>
    </dgm:pt>
    <dgm:pt modelId="{DCE01845-D254-4CA2-A4C9-A7022F2F14F5}" type="parTrans" cxnId="{8CEDE014-3613-4CA9-8D7F-ABA352E13CCD}">
      <dgm:prSet/>
      <dgm:spPr/>
      <dgm:t>
        <a:bodyPr/>
        <a:lstStyle/>
        <a:p>
          <a:endParaRPr lang="en-US"/>
        </a:p>
      </dgm:t>
    </dgm:pt>
    <dgm:pt modelId="{30769265-82AC-44A3-B1A5-16DE0727C043}" type="sibTrans" cxnId="{8CEDE014-3613-4CA9-8D7F-ABA352E13CCD}">
      <dgm:prSet/>
      <dgm:spPr/>
      <dgm:t>
        <a:bodyPr/>
        <a:lstStyle/>
        <a:p>
          <a:endParaRPr lang="en-US"/>
        </a:p>
      </dgm:t>
    </dgm:pt>
    <dgm:pt modelId="{23331003-5B75-49CC-80AB-2424CB6F44F6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Key Concept: It uses gates (Input, Forget, Output) to control the flow of information.</a:t>
          </a:r>
        </a:p>
        <a:p>
          <a:pPr>
            <a:lnSpc>
              <a:spcPct val="100000"/>
            </a:lnSpc>
            <a:defRPr b="1"/>
          </a:pP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Application: Ideal for detecting nuanced sentiment and predicting future message patterns.</a:t>
          </a:r>
        </a:p>
      </dgm:t>
    </dgm:pt>
    <dgm:pt modelId="{3B0C1283-900A-42E5-BB78-7CBB61ACF480}" type="parTrans" cxnId="{9A8FE489-CDC8-4900-909A-79AD0A86CF93}">
      <dgm:prSet/>
      <dgm:spPr/>
      <dgm:t>
        <a:bodyPr/>
        <a:lstStyle/>
        <a:p>
          <a:endParaRPr lang="en-US"/>
        </a:p>
      </dgm:t>
    </dgm:pt>
    <dgm:pt modelId="{EBE5BA13-54C2-47AD-B58D-9D1E159FE32D}" type="sibTrans" cxnId="{9A8FE489-CDC8-4900-909A-79AD0A86CF93}">
      <dgm:prSet/>
      <dgm:spPr/>
      <dgm:t>
        <a:bodyPr/>
        <a:lstStyle/>
        <a:p>
          <a:endParaRPr lang="en-US"/>
        </a:p>
      </dgm:t>
    </dgm:pt>
    <dgm:pt modelId="{9082CC0F-0A9B-45A4-BEC7-0EAB24F8EB19}" type="pres">
      <dgm:prSet presAssocID="{69908546-965F-4DCA-A869-0374259C2F4B}" presName="root" presStyleCnt="0">
        <dgm:presLayoutVars>
          <dgm:dir/>
          <dgm:resizeHandles val="exact"/>
        </dgm:presLayoutVars>
      </dgm:prSet>
      <dgm:spPr/>
    </dgm:pt>
    <dgm:pt modelId="{66722129-2F82-4941-AF0F-1832AE89A5F0}" type="pres">
      <dgm:prSet presAssocID="{15DCE97F-D56C-4C99-93A8-C4768CEE495A}" presName="compNode" presStyleCnt="0"/>
      <dgm:spPr/>
    </dgm:pt>
    <dgm:pt modelId="{DF358A95-03AB-4772-9F1D-CE11FEB2E524}" type="pres">
      <dgm:prSet presAssocID="{15DCE97F-D56C-4C99-93A8-C4768CEE495A}" presName="iconRect" presStyleLbl="node1" presStyleIdx="0" presStyleCnt="3" custLinFactNeighborX="37269" custLinFactNeighborY="-100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2327F18-18FD-436E-BBE5-4A41A47ED074}" type="pres">
      <dgm:prSet presAssocID="{15DCE97F-D56C-4C99-93A8-C4768CEE495A}" presName="iconSpace" presStyleCnt="0"/>
      <dgm:spPr/>
    </dgm:pt>
    <dgm:pt modelId="{9B505C1D-6F4A-4D25-BC8B-F95C6CA340E9}" type="pres">
      <dgm:prSet presAssocID="{15DCE97F-D56C-4C99-93A8-C4768CEE495A}" presName="parTx" presStyleLbl="revTx" presStyleIdx="0" presStyleCnt="6">
        <dgm:presLayoutVars>
          <dgm:chMax val="0"/>
          <dgm:chPref val="0"/>
        </dgm:presLayoutVars>
      </dgm:prSet>
      <dgm:spPr/>
    </dgm:pt>
    <dgm:pt modelId="{250FF8A6-AEAF-4D4B-A404-9EB2C691E764}" type="pres">
      <dgm:prSet presAssocID="{15DCE97F-D56C-4C99-93A8-C4768CEE495A}" presName="txSpace" presStyleCnt="0"/>
      <dgm:spPr/>
    </dgm:pt>
    <dgm:pt modelId="{07BB57A5-D731-4437-BE70-8ED092E1ADF1}" type="pres">
      <dgm:prSet presAssocID="{15DCE97F-D56C-4C99-93A8-C4768CEE495A}" presName="desTx" presStyleLbl="revTx" presStyleIdx="1" presStyleCnt="6">
        <dgm:presLayoutVars/>
      </dgm:prSet>
      <dgm:spPr/>
    </dgm:pt>
    <dgm:pt modelId="{649AF57B-CE17-4DCB-B1D2-51B96084E33C}" type="pres">
      <dgm:prSet presAssocID="{C0278A80-433F-45D4-8109-08F54FE755DD}" presName="sibTrans" presStyleCnt="0"/>
      <dgm:spPr/>
    </dgm:pt>
    <dgm:pt modelId="{CA4D2892-3393-4519-BF5C-3CC158E7B45D}" type="pres">
      <dgm:prSet presAssocID="{9CE10BD0-A4E7-4F9E-A1F8-0F34E61DB296}" presName="compNode" presStyleCnt="0"/>
      <dgm:spPr/>
    </dgm:pt>
    <dgm:pt modelId="{FE72EB4B-0207-4A20-9164-17E6C43AC773}" type="pres">
      <dgm:prSet presAssocID="{9CE10BD0-A4E7-4F9E-A1F8-0F34E61DB296}" presName="iconRect" presStyleLbl="node1" presStyleIdx="1" presStyleCnt="3" custLinFactNeighborX="55216" custLinFactNeighborY="-100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8B703C94-B327-4A70-A99E-8B098546EDF8}" type="pres">
      <dgm:prSet presAssocID="{9CE10BD0-A4E7-4F9E-A1F8-0F34E61DB296}" presName="iconSpace" presStyleCnt="0"/>
      <dgm:spPr/>
    </dgm:pt>
    <dgm:pt modelId="{B3B58802-ED44-440C-BBF7-286439899791}" type="pres">
      <dgm:prSet presAssocID="{9CE10BD0-A4E7-4F9E-A1F8-0F34E61DB296}" presName="parTx" presStyleLbl="revTx" presStyleIdx="2" presStyleCnt="6">
        <dgm:presLayoutVars>
          <dgm:chMax val="0"/>
          <dgm:chPref val="0"/>
        </dgm:presLayoutVars>
      </dgm:prSet>
      <dgm:spPr/>
    </dgm:pt>
    <dgm:pt modelId="{7EDDA794-8FA8-460F-BBF2-94B8E633C38F}" type="pres">
      <dgm:prSet presAssocID="{9CE10BD0-A4E7-4F9E-A1F8-0F34E61DB296}" presName="txSpace" presStyleCnt="0"/>
      <dgm:spPr/>
    </dgm:pt>
    <dgm:pt modelId="{022A17F8-BC02-4BA4-8DD3-FCFBFC45E039}" type="pres">
      <dgm:prSet presAssocID="{9CE10BD0-A4E7-4F9E-A1F8-0F34E61DB296}" presName="desTx" presStyleLbl="revTx" presStyleIdx="3" presStyleCnt="6" custLinFactY="-489455" custLinFactNeighborX="83395" custLinFactNeighborY="-500000">
        <dgm:presLayoutVars/>
      </dgm:prSet>
      <dgm:spPr/>
    </dgm:pt>
    <dgm:pt modelId="{AB11EE85-093B-47A3-BEB0-8CE91824A8CE}" type="pres">
      <dgm:prSet presAssocID="{30769265-82AC-44A3-B1A5-16DE0727C043}" presName="sibTrans" presStyleCnt="0"/>
      <dgm:spPr/>
    </dgm:pt>
    <dgm:pt modelId="{B9949F01-C5CD-43D5-A625-DA7E6A6DD17B}" type="pres">
      <dgm:prSet presAssocID="{23331003-5B75-49CC-80AB-2424CB6F44F6}" presName="compNode" presStyleCnt="0"/>
      <dgm:spPr/>
    </dgm:pt>
    <dgm:pt modelId="{7E862EF9-2314-48ED-A160-A875F4E8EA14}" type="pres">
      <dgm:prSet presAssocID="{23331003-5B75-49CC-80AB-2424CB6F44F6}" presName="iconRect" presStyleLbl="node1" presStyleIdx="2" presStyleCnt="3" custLinFactNeighborX="81031" custLinFactNeighborY="-1140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C50BFEE-BAE2-429E-B92F-4CC34A67B3BA}" type="pres">
      <dgm:prSet presAssocID="{23331003-5B75-49CC-80AB-2424CB6F44F6}" presName="iconSpace" presStyleCnt="0"/>
      <dgm:spPr/>
    </dgm:pt>
    <dgm:pt modelId="{62FA433D-0A57-48B6-9786-F59053862086}" type="pres">
      <dgm:prSet presAssocID="{23331003-5B75-49CC-80AB-2424CB6F44F6}" presName="parTx" presStyleLbl="revTx" presStyleIdx="4" presStyleCnt="6" custScaleX="103627" custScaleY="107500">
        <dgm:presLayoutVars>
          <dgm:chMax val="0"/>
          <dgm:chPref val="0"/>
        </dgm:presLayoutVars>
      </dgm:prSet>
      <dgm:spPr/>
    </dgm:pt>
    <dgm:pt modelId="{E95DD2C5-05C7-4235-A63A-E2ABD7BE4671}" type="pres">
      <dgm:prSet presAssocID="{23331003-5B75-49CC-80AB-2424CB6F44F6}" presName="txSpace" presStyleCnt="0"/>
      <dgm:spPr/>
    </dgm:pt>
    <dgm:pt modelId="{5C39E6B8-FC70-4516-B1C3-C631F0E51CBA}" type="pres">
      <dgm:prSet presAssocID="{23331003-5B75-49CC-80AB-2424CB6F44F6}" presName="desTx" presStyleLbl="revTx" presStyleIdx="5" presStyleCnt="6">
        <dgm:presLayoutVars/>
      </dgm:prSet>
      <dgm:spPr/>
    </dgm:pt>
  </dgm:ptLst>
  <dgm:cxnLst>
    <dgm:cxn modelId="{8CEDE014-3613-4CA9-8D7F-ABA352E13CCD}" srcId="{69908546-965F-4DCA-A869-0374259C2F4B}" destId="{9CE10BD0-A4E7-4F9E-A1F8-0F34E61DB296}" srcOrd="1" destOrd="0" parTransId="{DCE01845-D254-4CA2-A4C9-A7022F2F14F5}" sibTransId="{30769265-82AC-44A3-B1A5-16DE0727C043}"/>
    <dgm:cxn modelId="{FA02D237-2361-400F-8FFB-E4B1DBF0A537}" type="presOf" srcId="{23331003-5B75-49CC-80AB-2424CB6F44F6}" destId="{62FA433D-0A57-48B6-9786-F59053862086}" srcOrd="0" destOrd="0" presId="urn:microsoft.com/office/officeart/2018/2/layout/IconLabelDescriptionList"/>
    <dgm:cxn modelId="{9A8FE489-CDC8-4900-909A-79AD0A86CF93}" srcId="{69908546-965F-4DCA-A869-0374259C2F4B}" destId="{23331003-5B75-49CC-80AB-2424CB6F44F6}" srcOrd="2" destOrd="0" parTransId="{3B0C1283-900A-42E5-BB78-7CBB61ACF480}" sibTransId="{EBE5BA13-54C2-47AD-B58D-9D1E159FE32D}"/>
    <dgm:cxn modelId="{133F8C92-A27C-4760-BB02-2452BDA76E11}" srcId="{69908546-965F-4DCA-A869-0374259C2F4B}" destId="{15DCE97F-D56C-4C99-93A8-C4768CEE495A}" srcOrd="0" destOrd="0" parTransId="{E451CFB1-A08E-4FC2-AA25-83E7BD6556F6}" sibTransId="{C0278A80-433F-45D4-8109-08F54FE755DD}"/>
    <dgm:cxn modelId="{463C989F-A2EB-4E38-A85F-857C17584FF8}" type="presOf" srcId="{69908546-965F-4DCA-A869-0374259C2F4B}" destId="{9082CC0F-0A9B-45A4-BEC7-0EAB24F8EB19}" srcOrd="0" destOrd="0" presId="urn:microsoft.com/office/officeart/2018/2/layout/IconLabelDescriptionList"/>
    <dgm:cxn modelId="{E2395DB1-7DF0-4989-85F0-D1119D6DFF49}" type="presOf" srcId="{15DCE97F-D56C-4C99-93A8-C4768CEE495A}" destId="{9B505C1D-6F4A-4D25-BC8B-F95C6CA340E9}" srcOrd="0" destOrd="0" presId="urn:microsoft.com/office/officeart/2018/2/layout/IconLabelDescriptionList"/>
    <dgm:cxn modelId="{5A9F65D4-672E-4BA8-BC3E-1484D731F931}" type="presOf" srcId="{9CE10BD0-A4E7-4F9E-A1F8-0F34E61DB296}" destId="{B3B58802-ED44-440C-BBF7-286439899791}" srcOrd="0" destOrd="0" presId="urn:microsoft.com/office/officeart/2018/2/layout/IconLabelDescriptionList"/>
    <dgm:cxn modelId="{BD632F9E-688A-43A3-9BE9-8C499EB91BA3}" type="presParOf" srcId="{9082CC0F-0A9B-45A4-BEC7-0EAB24F8EB19}" destId="{66722129-2F82-4941-AF0F-1832AE89A5F0}" srcOrd="0" destOrd="0" presId="urn:microsoft.com/office/officeart/2018/2/layout/IconLabelDescriptionList"/>
    <dgm:cxn modelId="{610D3F57-9EAB-45CC-A1FC-66FEAF42E9B5}" type="presParOf" srcId="{66722129-2F82-4941-AF0F-1832AE89A5F0}" destId="{DF358A95-03AB-4772-9F1D-CE11FEB2E524}" srcOrd="0" destOrd="0" presId="urn:microsoft.com/office/officeart/2018/2/layout/IconLabelDescriptionList"/>
    <dgm:cxn modelId="{810A1C13-3AE4-4346-8423-630F9D28872F}" type="presParOf" srcId="{66722129-2F82-4941-AF0F-1832AE89A5F0}" destId="{52327F18-18FD-436E-BBE5-4A41A47ED074}" srcOrd="1" destOrd="0" presId="urn:microsoft.com/office/officeart/2018/2/layout/IconLabelDescriptionList"/>
    <dgm:cxn modelId="{4436ED54-D7CE-44DC-8767-41181D1CE674}" type="presParOf" srcId="{66722129-2F82-4941-AF0F-1832AE89A5F0}" destId="{9B505C1D-6F4A-4D25-BC8B-F95C6CA340E9}" srcOrd="2" destOrd="0" presId="urn:microsoft.com/office/officeart/2018/2/layout/IconLabelDescriptionList"/>
    <dgm:cxn modelId="{E66D2EA9-0386-4D53-81D5-FE98BFC2E526}" type="presParOf" srcId="{66722129-2F82-4941-AF0F-1832AE89A5F0}" destId="{250FF8A6-AEAF-4D4B-A404-9EB2C691E764}" srcOrd="3" destOrd="0" presId="urn:microsoft.com/office/officeart/2018/2/layout/IconLabelDescriptionList"/>
    <dgm:cxn modelId="{CE21BD91-5FBA-41CF-93EB-BBAB36AE16CD}" type="presParOf" srcId="{66722129-2F82-4941-AF0F-1832AE89A5F0}" destId="{07BB57A5-D731-4437-BE70-8ED092E1ADF1}" srcOrd="4" destOrd="0" presId="urn:microsoft.com/office/officeart/2018/2/layout/IconLabelDescriptionList"/>
    <dgm:cxn modelId="{E0FB9ED4-714E-42B5-A67D-7A11FADB6B53}" type="presParOf" srcId="{9082CC0F-0A9B-45A4-BEC7-0EAB24F8EB19}" destId="{649AF57B-CE17-4DCB-B1D2-51B96084E33C}" srcOrd="1" destOrd="0" presId="urn:microsoft.com/office/officeart/2018/2/layout/IconLabelDescriptionList"/>
    <dgm:cxn modelId="{9AF57AE5-5D14-423C-B557-88921463C66E}" type="presParOf" srcId="{9082CC0F-0A9B-45A4-BEC7-0EAB24F8EB19}" destId="{CA4D2892-3393-4519-BF5C-3CC158E7B45D}" srcOrd="2" destOrd="0" presId="urn:microsoft.com/office/officeart/2018/2/layout/IconLabelDescriptionList"/>
    <dgm:cxn modelId="{BF091996-1CAE-4E95-94F6-42330030ACF5}" type="presParOf" srcId="{CA4D2892-3393-4519-BF5C-3CC158E7B45D}" destId="{FE72EB4B-0207-4A20-9164-17E6C43AC773}" srcOrd="0" destOrd="0" presId="urn:microsoft.com/office/officeart/2018/2/layout/IconLabelDescriptionList"/>
    <dgm:cxn modelId="{7FB1E370-9DDC-4A9B-AADC-B2E6CFACA898}" type="presParOf" srcId="{CA4D2892-3393-4519-BF5C-3CC158E7B45D}" destId="{8B703C94-B327-4A70-A99E-8B098546EDF8}" srcOrd="1" destOrd="0" presId="urn:microsoft.com/office/officeart/2018/2/layout/IconLabelDescriptionList"/>
    <dgm:cxn modelId="{DC76334C-5BD4-4F63-8AAD-2CE0D7BB9301}" type="presParOf" srcId="{CA4D2892-3393-4519-BF5C-3CC158E7B45D}" destId="{B3B58802-ED44-440C-BBF7-286439899791}" srcOrd="2" destOrd="0" presId="urn:microsoft.com/office/officeart/2018/2/layout/IconLabelDescriptionList"/>
    <dgm:cxn modelId="{268FBCBC-68AE-439D-AAC6-23BED84DE236}" type="presParOf" srcId="{CA4D2892-3393-4519-BF5C-3CC158E7B45D}" destId="{7EDDA794-8FA8-460F-BBF2-94B8E633C38F}" srcOrd="3" destOrd="0" presId="urn:microsoft.com/office/officeart/2018/2/layout/IconLabelDescriptionList"/>
    <dgm:cxn modelId="{601927A2-CED8-4EA5-A729-98578B3652C4}" type="presParOf" srcId="{CA4D2892-3393-4519-BF5C-3CC158E7B45D}" destId="{022A17F8-BC02-4BA4-8DD3-FCFBFC45E039}" srcOrd="4" destOrd="0" presId="urn:microsoft.com/office/officeart/2018/2/layout/IconLabelDescriptionList"/>
    <dgm:cxn modelId="{D7B10E03-DB9F-431A-A0AC-FAFBB236A5B1}" type="presParOf" srcId="{9082CC0F-0A9B-45A4-BEC7-0EAB24F8EB19}" destId="{AB11EE85-093B-47A3-BEB0-8CE91824A8CE}" srcOrd="3" destOrd="0" presId="urn:microsoft.com/office/officeart/2018/2/layout/IconLabelDescriptionList"/>
    <dgm:cxn modelId="{AF3A2D8D-3E62-4009-8A64-529FAEB08409}" type="presParOf" srcId="{9082CC0F-0A9B-45A4-BEC7-0EAB24F8EB19}" destId="{B9949F01-C5CD-43D5-A625-DA7E6A6DD17B}" srcOrd="4" destOrd="0" presId="urn:microsoft.com/office/officeart/2018/2/layout/IconLabelDescriptionList"/>
    <dgm:cxn modelId="{D49EBF57-7A1B-487A-B15E-99F8FF651119}" type="presParOf" srcId="{B9949F01-C5CD-43D5-A625-DA7E6A6DD17B}" destId="{7E862EF9-2314-48ED-A160-A875F4E8EA14}" srcOrd="0" destOrd="0" presId="urn:microsoft.com/office/officeart/2018/2/layout/IconLabelDescriptionList"/>
    <dgm:cxn modelId="{F69DF64C-79DA-42C9-9A2F-C4A17C1052C5}" type="presParOf" srcId="{B9949F01-C5CD-43D5-A625-DA7E6A6DD17B}" destId="{2C50BFEE-BAE2-429E-B92F-4CC34A67B3BA}" srcOrd="1" destOrd="0" presId="urn:microsoft.com/office/officeart/2018/2/layout/IconLabelDescriptionList"/>
    <dgm:cxn modelId="{825F5493-6898-4319-B3AD-13E44F561E01}" type="presParOf" srcId="{B9949F01-C5CD-43D5-A625-DA7E6A6DD17B}" destId="{62FA433D-0A57-48B6-9786-F59053862086}" srcOrd="2" destOrd="0" presId="urn:microsoft.com/office/officeart/2018/2/layout/IconLabelDescriptionList"/>
    <dgm:cxn modelId="{11078DA2-FAE5-45D4-800F-B617884CA04E}" type="presParOf" srcId="{B9949F01-C5CD-43D5-A625-DA7E6A6DD17B}" destId="{E95DD2C5-05C7-4235-A63A-E2ABD7BE4671}" srcOrd="3" destOrd="0" presId="urn:microsoft.com/office/officeart/2018/2/layout/IconLabelDescriptionList"/>
    <dgm:cxn modelId="{52EE34AB-F555-44C6-A5E8-B4324F147EFF}" type="presParOf" srcId="{B9949F01-C5CD-43D5-A625-DA7E6A6DD17B}" destId="{5C39E6B8-FC70-4516-B1C3-C631F0E51CB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03AA5C-D72A-4153-9F19-369DBB6F17B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7156882-EE47-48E1-AC58-3404C21E416C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The Need for Optimization: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Deep Learning models have many parameters (hyperparameters) that need precise tuning for optimal performance. Manual tuning is inefficient.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EDD3BE-00BB-4FDF-8FFE-4AE94A82958A}" type="parTrans" cxnId="{93FA625E-FE9D-407E-9822-51E73DBD01C0}">
      <dgm:prSet/>
      <dgm:spPr/>
      <dgm:t>
        <a:bodyPr/>
        <a:lstStyle/>
        <a:p>
          <a:endParaRPr lang="en-US"/>
        </a:p>
      </dgm:t>
    </dgm:pt>
    <dgm:pt modelId="{0C0DEE9A-3EDA-44C3-BA30-D5D0C50C3410}" type="sibTrans" cxnId="{93FA625E-FE9D-407E-9822-51E73DBD01C0}">
      <dgm:prSet/>
      <dgm:spPr/>
      <dgm:t>
        <a:bodyPr/>
        <a:lstStyle/>
        <a:p>
          <a:endParaRPr lang="en-US"/>
        </a:p>
      </dgm:t>
    </dgm:pt>
    <dgm:pt modelId="{BFF608B4-744D-4EB9-A9C6-D9C0FB685ECA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FOX (Fennec Fox Optimization):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A nature-inspired meta-heuristic algorithm used to efficiently tune the LSTM's hyperparameters.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DAB603-4FCD-4DD8-B034-585A526F6246}" type="parTrans" cxnId="{0AED7296-1D2D-4A48-8549-C9A329C392C0}">
      <dgm:prSet/>
      <dgm:spPr/>
      <dgm:t>
        <a:bodyPr/>
        <a:lstStyle/>
        <a:p>
          <a:endParaRPr lang="en-US"/>
        </a:p>
      </dgm:t>
    </dgm:pt>
    <dgm:pt modelId="{791E1A89-01E6-4682-A7EB-8B0373E2E07A}" type="sibTrans" cxnId="{0AED7296-1D2D-4A48-8549-C9A329C392C0}">
      <dgm:prSet/>
      <dgm:spPr/>
      <dgm:t>
        <a:bodyPr/>
        <a:lstStyle/>
        <a:p>
          <a:endParaRPr lang="en-US"/>
        </a:p>
      </dgm:t>
    </dgm:pt>
    <dgm:pt modelId="{41295E7A-5802-43CE-91D2-FF54DFF953EB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Impact: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The FOX-Optimized model demonstrates:</a:t>
          </a:r>
        </a:p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Improved Accuracy</a:t>
          </a:r>
        </a:p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Reduced Training Time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1E4F42-8EC5-4A14-BE51-E68E9D1586DC}" type="parTrans" cxnId="{A336D2B7-9AB7-4463-817F-8EB1FFDFF6A7}">
      <dgm:prSet/>
      <dgm:spPr/>
      <dgm:t>
        <a:bodyPr/>
        <a:lstStyle/>
        <a:p>
          <a:endParaRPr lang="en-US"/>
        </a:p>
      </dgm:t>
    </dgm:pt>
    <dgm:pt modelId="{666525EB-32D0-4E69-B217-C27B80359263}" type="sibTrans" cxnId="{A336D2B7-9AB7-4463-817F-8EB1FFDFF6A7}">
      <dgm:prSet/>
      <dgm:spPr/>
      <dgm:t>
        <a:bodyPr/>
        <a:lstStyle/>
        <a:p>
          <a:endParaRPr lang="en-US"/>
        </a:p>
      </dgm:t>
    </dgm:pt>
    <dgm:pt modelId="{2874027B-BE8A-464B-9B8A-DB6AD51640E9}">
      <dgm:prSet/>
      <dgm:spPr/>
      <dgm:t>
        <a:bodyPr/>
        <a:lstStyle/>
        <a:p>
          <a:endParaRPr lang="en-US" dirty="0"/>
        </a:p>
      </dgm:t>
    </dgm:pt>
    <dgm:pt modelId="{34334D53-EAF8-481D-AA10-8025AC248DB7}" type="parTrans" cxnId="{3D94F146-55FF-4588-8225-8082ABA24878}">
      <dgm:prSet/>
      <dgm:spPr/>
      <dgm:t>
        <a:bodyPr/>
        <a:lstStyle/>
        <a:p>
          <a:endParaRPr lang="en-US"/>
        </a:p>
      </dgm:t>
    </dgm:pt>
    <dgm:pt modelId="{A51A4996-DF58-49CF-8FF4-04FCBD6F5626}" type="sibTrans" cxnId="{3D94F146-55FF-4588-8225-8082ABA24878}">
      <dgm:prSet/>
      <dgm:spPr/>
      <dgm:t>
        <a:bodyPr/>
        <a:lstStyle/>
        <a:p>
          <a:endParaRPr lang="en-US"/>
        </a:p>
      </dgm:t>
    </dgm:pt>
    <dgm:pt modelId="{4808BEA5-5C06-427C-94DD-D2292756A9D7}" type="pres">
      <dgm:prSet presAssocID="{B103AA5C-D72A-4153-9F19-369DBB6F17B4}" presName="linear" presStyleCnt="0">
        <dgm:presLayoutVars>
          <dgm:animLvl val="lvl"/>
          <dgm:resizeHandles val="exact"/>
        </dgm:presLayoutVars>
      </dgm:prSet>
      <dgm:spPr/>
    </dgm:pt>
    <dgm:pt modelId="{10AB1C65-D197-41BF-A460-EAC406251EE9}" type="pres">
      <dgm:prSet presAssocID="{67156882-EE47-48E1-AC58-3404C21E416C}" presName="parentText" presStyleLbl="node1" presStyleIdx="0" presStyleCnt="3" custScaleY="124005">
        <dgm:presLayoutVars>
          <dgm:chMax val="0"/>
          <dgm:bulletEnabled val="1"/>
        </dgm:presLayoutVars>
      </dgm:prSet>
      <dgm:spPr/>
    </dgm:pt>
    <dgm:pt modelId="{2A1270B8-C984-4901-82C1-1E85B8C85E90}" type="pres">
      <dgm:prSet presAssocID="{0C0DEE9A-3EDA-44C3-BA30-D5D0C50C3410}" presName="spacer" presStyleCnt="0"/>
      <dgm:spPr/>
    </dgm:pt>
    <dgm:pt modelId="{4207A230-8627-4223-AA5E-EA9EB6CE538D}" type="pres">
      <dgm:prSet presAssocID="{BFF608B4-744D-4EB9-A9C6-D9C0FB685ECA}" presName="parentText" presStyleLbl="node1" presStyleIdx="1" presStyleCnt="3" custScaleY="134181" custLinFactY="13127" custLinFactNeighborX="-543" custLinFactNeighborY="100000">
        <dgm:presLayoutVars>
          <dgm:chMax val="0"/>
          <dgm:bulletEnabled val="1"/>
        </dgm:presLayoutVars>
      </dgm:prSet>
      <dgm:spPr/>
    </dgm:pt>
    <dgm:pt modelId="{9C4C6E65-792C-466A-B2FD-E5B20D8D5EBB}" type="pres">
      <dgm:prSet presAssocID="{791E1A89-01E6-4682-A7EB-8B0373E2E07A}" presName="spacer" presStyleCnt="0"/>
      <dgm:spPr/>
    </dgm:pt>
    <dgm:pt modelId="{5F54112E-43EA-4977-85E2-171E1AF5EC69}" type="pres">
      <dgm:prSet presAssocID="{41295E7A-5802-43CE-91D2-FF54DFF953EB}" presName="parentText" presStyleLbl="node1" presStyleIdx="2" presStyleCnt="3" custScaleY="125373" custLinFactY="5791" custLinFactNeighborX="-543" custLinFactNeighborY="100000">
        <dgm:presLayoutVars>
          <dgm:chMax val="0"/>
          <dgm:bulletEnabled val="1"/>
        </dgm:presLayoutVars>
      </dgm:prSet>
      <dgm:spPr/>
    </dgm:pt>
    <dgm:pt modelId="{213BA62E-5D88-45F1-80AD-332B9B148083}" type="pres">
      <dgm:prSet presAssocID="{41295E7A-5802-43CE-91D2-FF54DFF953E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8589D0A-0BD1-4898-BF90-ED72CDC94B90}" type="presOf" srcId="{41295E7A-5802-43CE-91D2-FF54DFF953EB}" destId="{5F54112E-43EA-4977-85E2-171E1AF5EC69}" srcOrd="0" destOrd="0" presId="urn:microsoft.com/office/officeart/2005/8/layout/vList2"/>
    <dgm:cxn modelId="{28016415-76C0-4BEE-94E2-DC21E9E075D0}" type="presOf" srcId="{67156882-EE47-48E1-AC58-3404C21E416C}" destId="{10AB1C65-D197-41BF-A460-EAC406251EE9}" srcOrd="0" destOrd="0" presId="urn:microsoft.com/office/officeart/2005/8/layout/vList2"/>
    <dgm:cxn modelId="{843ACC2B-2E4A-43BD-A62A-628FAEDD2EB7}" type="presOf" srcId="{2874027B-BE8A-464B-9B8A-DB6AD51640E9}" destId="{213BA62E-5D88-45F1-80AD-332B9B148083}" srcOrd="0" destOrd="0" presId="urn:microsoft.com/office/officeart/2005/8/layout/vList2"/>
    <dgm:cxn modelId="{93FA625E-FE9D-407E-9822-51E73DBD01C0}" srcId="{B103AA5C-D72A-4153-9F19-369DBB6F17B4}" destId="{67156882-EE47-48E1-AC58-3404C21E416C}" srcOrd="0" destOrd="0" parTransId="{ADEDD3BE-00BB-4FDF-8FFE-4AE94A82958A}" sibTransId="{0C0DEE9A-3EDA-44C3-BA30-D5D0C50C3410}"/>
    <dgm:cxn modelId="{3D94F146-55FF-4588-8225-8082ABA24878}" srcId="{41295E7A-5802-43CE-91D2-FF54DFF953EB}" destId="{2874027B-BE8A-464B-9B8A-DB6AD51640E9}" srcOrd="0" destOrd="0" parTransId="{34334D53-EAF8-481D-AA10-8025AC248DB7}" sibTransId="{A51A4996-DF58-49CF-8FF4-04FCBD6F5626}"/>
    <dgm:cxn modelId="{95FA2D6F-CDD4-496F-9F2D-4573762C1B2F}" type="presOf" srcId="{B103AA5C-D72A-4153-9F19-369DBB6F17B4}" destId="{4808BEA5-5C06-427C-94DD-D2292756A9D7}" srcOrd="0" destOrd="0" presId="urn:microsoft.com/office/officeart/2005/8/layout/vList2"/>
    <dgm:cxn modelId="{0AED7296-1D2D-4A48-8549-C9A329C392C0}" srcId="{B103AA5C-D72A-4153-9F19-369DBB6F17B4}" destId="{BFF608B4-744D-4EB9-A9C6-D9C0FB685ECA}" srcOrd="1" destOrd="0" parTransId="{D4DAB603-4FCD-4DD8-B034-585A526F6246}" sibTransId="{791E1A89-01E6-4682-A7EB-8B0373E2E07A}"/>
    <dgm:cxn modelId="{C536BCB7-4898-4C1E-ADC1-F9861242FD4F}" type="presOf" srcId="{BFF608B4-744D-4EB9-A9C6-D9C0FB685ECA}" destId="{4207A230-8627-4223-AA5E-EA9EB6CE538D}" srcOrd="0" destOrd="0" presId="urn:microsoft.com/office/officeart/2005/8/layout/vList2"/>
    <dgm:cxn modelId="{A336D2B7-9AB7-4463-817F-8EB1FFDFF6A7}" srcId="{B103AA5C-D72A-4153-9F19-369DBB6F17B4}" destId="{41295E7A-5802-43CE-91D2-FF54DFF953EB}" srcOrd="2" destOrd="0" parTransId="{711E4F42-8EC5-4A14-BE51-E68E9D1586DC}" sibTransId="{666525EB-32D0-4E69-B217-C27B80359263}"/>
    <dgm:cxn modelId="{BAD6132B-3D7D-4425-AD36-F198FAE7C413}" type="presParOf" srcId="{4808BEA5-5C06-427C-94DD-D2292756A9D7}" destId="{10AB1C65-D197-41BF-A460-EAC406251EE9}" srcOrd="0" destOrd="0" presId="urn:microsoft.com/office/officeart/2005/8/layout/vList2"/>
    <dgm:cxn modelId="{8D26911C-B6EB-4C33-AA9C-87134A4BEBFC}" type="presParOf" srcId="{4808BEA5-5C06-427C-94DD-D2292756A9D7}" destId="{2A1270B8-C984-4901-82C1-1E85B8C85E90}" srcOrd="1" destOrd="0" presId="urn:microsoft.com/office/officeart/2005/8/layout/vList2"/>
    <dgm:cxn modelId="{677490DC-29FC-4093-9E45-17823D229B2E}" type="presParOf" srcId="{4808BEA5-5C06-427C-94DD-D2292756A9D7}" destId="{4207A230-8627-4223-AA5E-EA9EB6CE538D}" srcOrd="2" destOrd="0" presId="urn:microsoft.com/office/officeart/2005/8/layout/vList2"/>
    <dgm:cxn modelId="{4D503076-EC16-4560-986E-948BD37BD7F2}" type="presParOf" srcId="{4808BEA5-5C06-427C-94DD-D2292756A9D7}" destId="{9C4C6E65-792C-466A-B2FD-E5B20D8D5EBB}" srcOrd="3" destOrd="0" presId="urn:microsoft.com/office/officeart/2005/8/layout/vList2"/>
    <dgm:cxn modelId="{B4BD9E05-B28F-423B-B77F-F5D50FF36963}" type="presParOf" srcId="{4808BEA5-5C06-427C-94DD-D2292756A9D7}" destId="{5F54112E-43EA-4977-85E2-171E1AF5EC69}" srcOrd="4" destOrd="0" presId="urn:microsoft.com/office/officeart/2005/8/layout/vList2"/>
    <dgm:cxn modelId="{DA0FAEFB-8844-4C28-9E4F-EC847376ADA9}" type="presParOf" srcId="{4808BEA5-5C06-427C-94DD-D2292756A9D7}" destId="{213BA62E-5D88-45F1-80AD-332B9B14808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00C7F2-5465-4C4C-9473-0DFB67BC5882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9D04398-7EC9-4735-B3A1-8CD8D1E757B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METRICS:</a:t>
          </a:r>
        </a:p>
      </dgm:t>
    </dgm:pt>
    <dgm:pt modelId="{33C69C6F-964C-46B3-9191-9B0A55529F95}" type="parTrans" cxnId="{6CBEC44F-36E1-45F3-8FEE-89F98B8B9EEE}">
      <dgm:prSet/>
      <dgm:spPr/>
      <dgm:t>
        <a:bodyPr/>
        <a:lstStyle/>
        <a:p>
          <a:endParaRPr lang="en-US"/>
        </a:p>
      </dgm:t>
    </dgm:pt>
    <dgm:pt modelId="{4D7AEC73-F72E-4651-860C-19DABEFDF8A0}" type="sibTrans" cxnId="{6CBEC44F-36E1-45F3-8FEE-89F98B8B9EEE}">
      <dgm:prSet/>
      <dgm:spPr/>
      <dgm:t>
        <a:bodyPr/>
        <a:lstStyle/>
        <a:p>
          <a:endParaRPr lang="en-US"/>
        </a:p>
      </dgm:t>
    </dgm:pt>
    <dgm:pt modelId="{86817EC2-D3DE-4DDD-B6E6-19326EA265D8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Mean Squared Error (MSE)</a:t>
          </a:r>
        </a:p>
      </dgm:t>
    </dgm:pt>
    <dgm:pt modelId="{62F59051-E90D-43BA-801A-7806D5B7556C}" type="parTrans" cxnId="{C706A828-382A-4E38-ABD2-5EB337D0ABAC}">
      <dgm:prSet/>
      <dgm:spPr/>
      <dgm:t>
        <a:bodyPr/>
        <a:lstStyle/>
        <a:p>
          <a:endParaRPr lang="en-US"/>
        </a:p>
      </dgm:t>
    </dgm:pt>
    <dgm:pt modelId="{F6D46898-B827-41D4-8CA0-2C4FA031D56C}" type="sibTrans" cxnId="{C706A828-382A-4E38-ABD2-5EB337D0ABAC}">
      <dgm:prSet/>
      <dgm:spPr/>
      <dgm:t>
        <a:bodyPr/>
        <a:lstStyle/>
        <a:p>
          <a:endParaRPr lang="en-US"/>
        </a:p>
      </dgm:t>
    </dgm:pt>
    <dgm:pt modelId="{6E5983C2-BD34-41F1-B3B0-7D534815D3D5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Root Mean Squared Error (RMSE)</a:t>
          </a:r>
        </a:p>
      </dgm:t>
    </dgm:pt>
    <dgm:pt modelId="{8811A575-00C3-4538-AFFB-59597E9D6D2F}" type="parTrans" cxnId="{1565397C-7559-4A72-80B9-6BB0B2DA387A}">
      <dgm:prSet/>
      <dgm:spPr/>
      <dgm:t>
        <a:bodyPr/>
        <a:lstStyle/>
        <a:p>
          <a:endParaRPr lang="en-US"/>
        </a:p>
      </dgm:t>
    </dgm:pt>
    <dgm:pt modelId="{1956F003-642A-4ABD-B372-48FE045F9935}" type="sibTrans" cxnId="{1565397C-7559-4A72-80B9-6BB0B2DA387A}">
      <dgm:prSet/>
      <dgm:spPr/>
      <dgm:t>
        <a:bodyPr/>
        <a:lstStyle/>
        <a:p>
          <a:endParaRPr lang="en-US"/>
        </a:p>
      </dgm:t>
    </dgm:pt>
    <dgm:pt modelId="{ED69440E-581A-47AF-B8CE-1B426C63C1CB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Mean Absolute Error (MAE)</a:t>
          </a:r>
        </a:p>
      </dgm:t>
    </dgm:pt>
    <dgm:pt modelId="{6A4263AC-7D14-461B-88C3-8C9D778A98F1}" type="parTrans" cxnId="{0A78EF25-C215-4025-AB1D-11E11B87C22D}">
      <dgm:prSet/>
      <dgm:spPr/>
      <dgm:t>
        <a:bodyPr/>
        <a:lstStyle/>
        <a:p>
          <a:endParaRPr lang="en-US"/>
        </a:p>
      </dgm:t>
    </dgm:pt>
    <dgm:pt modelId="{FA7EC761-E671-44DD-A936-43E5692ED3FF}" type="sibTrans" cxnId="{0A78EF25-C215-4025-AB1D-11E11B87C22D}">
      <dgm:prSet/>
      <dgm:spPr/>
      <dgm:t>
        <a:bodyPr/>
        <a:lstStyle/>
        <a:p>
          <a:endParaRPr lang="en-US"/>
        </a:p>
      </dgm:t>
    </dgm:pt>
    <dgm:pt modelId="{FB35AA83-FA48-4DCF-BA98-D0B95216E3D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ADVANTAGE OF FOX:</a:t>
          </a:r>
        </a:p>
      </dgm:t>
    </dgm:pt>
    <dgm:pt modelId="{1EAE0D97-D349-4440-972E-10DDE8B63C1C}" type="parTrans" cxnId="{7814B970-0FDA-49DE-B03D-B725129AC2EC}">
      <dgm:prSet/>
      <dgm:spPr/>
      <dgm:t>
        <a:bodyPr/>
        <a:lstStyle/>
        <a:p>
          <a:endParaRPr lang="en-US"/>
        </a:p>
      </dgm:t>
    </dgm:pt>
    <dgm:pt modelId="{686029B2-3B8A-4F1B-A6CB-D10A44F79E10}" type="sibTrans" cxnId="{7814B970-0FDA-49DE-B03D-B725129AC2EC}">
      <dgm:prSet/>
      <dgm:spPr/>
      <dgm:t>
        <a:bodyPr/>
        <a:lstStyle/>
        <a:p>
          <a:endParaRPr lang="en-US"/>
        </a:p>
      </dgm:t>
    </dgm:pt>
    <dgm:pt modelId="{0D6A8552-AA6B-4EFF-9EE4-992E67438773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Compare: Present a table or chart showing the improved metrics and reduced training time of the FOX-Optimized LSTM model against a base LSTM or traditional ML model.</a:t>
          </a:r>
        </a:p>
      </dgm:t>
    </dgm:pt>
    <dgm:pt modelId="{0A33DB12-D156-4CE6-A108-B2E947877A63}" type="parTrans" cxnId="{B144EB4E-CDBB-4A88-904F-7DFFA110B69D}">
      <dgm:prSet/>
      <dgm:spPr/>
      <dgm:t>
        <a:bodyPr/>
        <a:lstStyle/>
        <a:p>
          <a:endParaRPr lang="en-US"/>
        </a:p>
      </dgm:t>
    </dgm:pt>
    <dgm:pt modelId="{D30CD2DE-120F-4E75-B4CD-E548DE562BDE}" type="sibTrans" cxnId="{B144EB4E-CDBB-4A88-904F-7DFFA110B69D}">
      <dgm:prSet/>
      <dgm:spPr/>
      <dgm:t>
        <a:bodyPr/>
        <a:lstStyle/>
        <a:p>
          <a:endParaRPr lang="en-US"/>
        </a:p>
      </dgm:t>
    </dgm:pt>
    <dgm:pt modelId="{50BD6D25-A9F9-4CF0-AF3B-34DEFD5E4D16}" type="pres">
      <dgm:prSet presAssocID="{D800C7F2-5465-4C4C-9473-0DFB67BC5882}" presName="Name0" presStyleCnt="0">
        <dgm:presLayoutVars>
          <dgm:dir/>
          <dgm:animLvl val="lvl"/>
          <dgm:resizeHandles val="exact"/>
        </dgm:presLayoutVars>
      </dgm:prSet>
      <dgm:spPr/>
    </dgm:pt>
    <dgm:pt modelId="{8B0C2279-247E-47C3-AFA0-A8BA95C31C1F}" type="pres">
      <dgm:prSet presAssocID="{69D04398-7EC9-4735-B3A1-8CD8D1E757B2}" presName="linNode" presStyleCnt="0"/>
      <dgm:spPr/>
    </dgm:pt>
    <dgm:pt modelId="{FD432534-59BF-47FB-9E4F-3B95E09C1DC7}" type="pres">
      <dgm:prSet presAssocID="{69D04398-7EC9-4735-B3A1-8CD8D1E757B2}" presName="parentText" presStyleLbl="alignNode1" presStyleIdx="0" presStyleCnt="2">
        <dgm:presLayoutVars>
          <dgm:chMax val="1"/>
          <dgm:bulletEnabled/>
        </dgm:presLayoutVars>
      </dgm:prSet>
      <dgm:spPr/>
    </dgm:pt>
    <dgm:pt modelId="{B26CDA15-A3CD-4E93-9755-F3E5EC01385E}" type="pres">
      <dgm:prSet presAssocID="{69D04398-7EC9-4735-B3A1-8CD8D1E757B2}" presName="descendantText" presStyleLbl="alignAccFollowNode1" presStyleIdx="0" presStyleCnt="2">
        <dgm:presLayoutVars>
          <dgm:bulletEnabled/>
        </dgm:presLayoutVars>
      </dgm:prSet>
      <dgm:spPr/>
    </dgm:pt>
    <dgm:pt modelId="{E1B67DCF-12D3-4053-8183-160E0CA1A265}" type="pres">
      <dgm:prSet presAssocID="{4D7AEC73-F72E-4651-860C-19DABEFDF8A0}" presName="sp" presStyleCnt="0"/>
      <dgm:spPr/>
    </dgm:pt>
    <dgm:pt modelId="{815B806B-5AAB-4A8E-B7F1-B659B8674DC5}" type="pres">
      <dgm:prSet presAssocID="{FB35AA83-FA48-4DCF-BA98-D0B95216E3D2}" presName="linNode" presStyleCnt="0"/>
      <dgm:spPr/>
    </dgm:pt>
    <dgm:pt modelId="{4DCEA0F5-A56A-4ACC-A9C6-C306019C2B29}" type="pres">
      <dgm:prSet presAssocID="{FB35AA83-FA48-4DCF-BA98-D0B95216E3D2}" presName="parentText" presStyleLbl="alignNode1" presStyleIdx="1" presStyleCnt="2">
        <dgm:presLayoutVars>
          <dgm:chMax val="1"/>
          <dgm:bulletEnabled/>
        </dgm:presLayoutVars>
      </dgm:prSet>
      <dgm:spPr/>
    </dgm:pt>
    <dgm:pt modelId="{22172152-20A1-4304-9AC3-346DA986588C}" type="pres">
      <dgm:prSet presAssocID="{FB35AA83-FA48-4DCF-BA98-D0B95216E3D2}" presName="descendantText" presStyleLbl="alignAccFollowNode1" presStyleIdx="1" presStyleCnt="2">
        <dgm:presLayoutVars>
          <dgm:bulletEnabled/>
        </dgm:presLayoutVars>
      </dgm:prSet>
      <dgm:spPr/>
    </dgm:pt>
  </dgm:ptLst>
  <dgm:cxnLst>
    <dgm:cxn modelId="{C9C0CD1E-61AA-45F2-BA81-9A886D7F1F14}" type="presOf" srcId="{0D6A8552-AA6B-4EFF-9EE4-992E67438773}" destId="{22172152-20A1-4304-9AC3-346DA986588C}" srcOrd="0" destOrd="0" presId="urn:microsoft.com/office/officeart/2016/7/layout/VerticalSolidActionList"/>
    <dgm:cxn modelId="{0A78EF25-C215-4025-AB1D-11E11B87C22D}" srcId="{69D04398-7EC9-4735-B3A1-8CD8D1E757B2}" destId="{ED69440E-581A-47AF-B8CE-1B426C63C1CB}" srcOrd="2" destOrd="0" parTransId="{6A4263AC-7D14-461B-88C3-8C9D778A98F1}" sibTransId="{FA7EC761-E671-44DD-A936-43E5692ED3FF}"/>
    <dgm:cxn modelId="{C706A828-382A-4E38-ABD2-5EB337D0ABAC}" srcId="{69D04398-7EC9-4735-B3A1-8CD8D1E757B2}" destId="{86817EC2-D3DE-4DDD-B6E6-19326EA265D8}" srcOrd="0" destOrd="0" parTransId="{62F59051-E90D-43BA-801A-7806D5B7556C}" sibTransId="{F6D46898-B827-41D4-8CA0-2C4FA031D56C}"/>
    <dgm:cxn modelId="{874D7D34-033B-4600-AD62-668176B25571}" type="presOf" srcId="{D800C7F2-5465-4C4C-9473-0DFB67BC5882}" destId="{50BD6D25-A9F9-4CF0-AF3B-34DEFD5E4D16}" srcOrd="0" destOrd="0" presId="urn:microsoft.com/office/officeart/2016/7/layout/VerticalSolidActionList"/>
    <dgm:cxn modelId="{68F6EB5E-F8C8-4D4E-9475-BDF414CC937A}" type="presOf" srcId="{FB35AA83-FA48-4DCF-BA98-D0B95216E3D2}" destId="{4DCEA0F5-A56A-4ACC-A9C6-C306019C2B29}" srcOrd="0" destOrd="0" presId="urn:microsoft.com/office/officeart/2016/7/layout/VerticalSolidActionList"/>
    <dgm:cxn modelId="{E1CFE45F-4322-4527-B641-3748BCFF5519}" type="presOf" srcId="{ED69440E-581A-47AF-B8CE-1B426C63C1CB}" destId="{B26CDA15-A3CD-4E93-9755-F3E5EC01385E}" srcOrd="0" destOrd="2" presId="urn:microsoft.com/office/officeart/2016/7/layout/VerticalSolidActionList"/>
    <dgm:cxn modelId="{5A3B996E-A0AD-4531-8A29-4BB04FE117AE}" type="presOf" srcId="{69D04398-7EC9-4735-B3A1-8CD8D1E757B2}" destId="{FD432534-59BF-47FB-9E4F-3B95E09C1DC7}" srcOrd="0" destOrd="0" presId="urn:microsoft.com/office/officeart/2016/7/layout/VerticalSolidActionList"/>
    <dgm:cxn modelId="{B144EB4E-CDBB-4A88-904F-7DFFA110B69D}" srcId="{FB35AA83-FA48-4DCF-BA98-D0B95216E3D2}" destId="{0D6A8552-AA6B-4EFF-9EE4-992E67438773}" srcOrd="0" destOrd="0" parTransId="{0A33DB12-D156-4CE6-A108-B2E947877A63}" sibTransId="{D30CD2DE-120F-4E75-B4CD-E548DE562BDE}"/>
    <dgm:cxn modelId="{6CBEC44F-36E1-45F3-8FEE-89F98B8B9EEE}" srcId="{D800C7F2-5465-4C4C-9473-0DFB67BC5882}" destId="{69D04398-7EC9-4735-B3A1-8CD8D1E757B2}" srcOrd="0" destOrd="0" parTransId="{33C69C6F-964C-46B3-9191-9B0A55529F95}" sibTransId="{4D7AEC73-F72E-4651-860C-19DABEFDF8A0}"/>
    <dgm:cxn modelId="{7814B970-0FDA-49DE-B03D-B725129AC2EC}" srcId="{D800C7F2-5465-4C4C-9473-0DFB67BC5882}" destId="{FB35AA83-FA48-4DCF-BA98-D0B95216E3D2}" srcOrd="1" destOrd="0" parTransId="{1EAE0D97-D349-4440-972E-10DDE8B63C1C}" sibTransId="{686029B2-3B8A-4F1B-A6CB-D10A44F79E10}"/>
    <dgm:cxn modelId="{70568152-8C70-4C4E-9449-FA35A1403A8A}" type="presOf" srcId="{6E5983C2-BD34-41F1-B3B0-7D534815D3D5}" destId="{B26CDA15-A3CD-4E93-9755-F3E5EC01385E}" srcOrd="0" destOrd="1" presId="urn:microsoft.com/office/officeart/2016/7/layout/VerticalSolidActionList"/>
    <dgm:cxn modelId="{1565397C-7559-4A72-80B9-6BB0B2DA387A}" srcId="{69D04398-7EC9-4735-B3A1-8CD8D1E757B2}" destId="{6E5983C2-BD34-41F1-B3B0-7D534815D3D5}" srcOrd="1" destOrd="0" parTransId="{8811A575-00C3-4538-AFFB-59597E9D6D2F}" sibTransId="{1956F003-642A-4ABD-B372-48FE045F9935}"/>
    <dgm:cxn modelId="{C2FAABF6-7251-47FC-ACB5-7D431D087A4D}" type="presOf" srcId="{86817EC2-D3DE-4DDD-B6E6-19326EA265D8}" destId="{B26CDA15-A3CD-4E93-9755-F3E5EC01385E}" srcOrd="0" destOrd="0" presId="urn:microsoft.com/office/officeart/2016/7/layout/VerticalSolidActionList"/>
    <dgm:cxn modelId="{374B58BC-3CB0-47D2-835D-203A49E36B06}" type="presParOf" srcId="{50BD6D25-A9F9-4CF0-AF3B-34DEFD5E4D16}" destId="{8B0C2279-247E-47C3-AFA0-A8BA95C31C1F}" srcOrd="0" destOrd="0" presId="urn:microsoft.com/office/officeart/2016/7/layout/VerticalSolidActionList"/>
    <dgm:cxn modelId="{4EA9556E-57B9-4981-BF08-0CA7FA601B32}" type="presParOf" srcId="{8B0C2279-247E-47C3-AFA0-A8BA95C31C1F}" destId="{FD432534-59BF-47FB-9E4F-3B95E09C1DC7}" srcOrd="0" destOrd="0" presId="urn:microsoft.com/office/officeart/2016/7/layout/VerticalSolidActionList"/>
    <dgm:cxn modelId="{E346367A-66C8-4E3D-B6DF-C8C3D5B2EC1E}" type="presParOf" srcId="{8B0C2279-247E-47C3-AFA0-A8BA95C31C1F}" destId="{B26CDA15-A3CD-4E93-9755-F3E5EC01385E}" srcOrd="1" destOrd="0" presId="urn:microsoft.com/office/officeart/2016/7/layout/VerticalSolidActionList"/>
    <dgm:cxn modelId="{7F445E0A-1D44-45B1-B1AC-7C5B581947E4}" type="presParOf" srcId="{50BD6D25-A9F9-4CF0-AF3B-34DEFD5E4D16}" destId="{E1B67DCF-12D3-4053-8183-160E0CA1A265}" srcOrd="1" destOrd="0" presId="urn:microsoft.com/office/officeart/2016/7/layout/VerticalSolidActionList"/>
    <dgm:cxn modelId="{5CC47205-56C0-4655-A5D5-D8C7251B591D}" type="presParOf" srcId="{50BD6D25-A9F9-4CF0-AF3B-34DEFD5E4D16}" destId="{815B806B-5AAB-4A8E-B7F1-B659B8674DC5}" srcOrd="2" destOrd="0" presId="urn:microsoft.com/office/officeart/2016/7/layout/VerticalSolidActionList"/>
    <dgm:cxn modelId="{42B1D5E5-5DEA-4F2F-A962-228B1F6CBE48}" type="presParOf" srcId="{815B806B-5AAB-4A8E-B7F1-B659B8674DC5}" destId="{4DCEA0F5-A56A-4ACC-A9C6-C306019C2B29}" srcOrd="0" destOrd="0" presId="urn:microsoft.com/office/officeart/2016/7/layout/VerticalSolidActionList"/>
    <dgm:cxn modelId="{E9F5D2B4-90C2-4EE1-BAA1-990CC19E8AA3}" type="presParOf" srcId="{815B806B-5AAB-4A8E-B7F1-B659B8674DC5}" destId="{22172152-20A1-4304-9AC3-346DA986588C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63EDB-09C0-4486-B095-17A5B65AE2D3}">
      <dsp:nvSpPr>
        <dsp:cNvPr id="0" name=""/>
        <dsp:cNvSpPr/>
      </dsp:nvSpPr>
      <dsp:spPr>
        <a:xfrm>
          <a:off x="0" y="97560"/>
          <a:ext cx="5232482" cy="1492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Core Functionality: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Automatically analyzes exported WhatsApp chats to determine the emotional tone (sentiment) of messages.</a:t>
          </a:r>
        </a:p>
      </dsp:txBody>
      <dsp:txXfrm>
        <a:off x="72878" y="170438"/>
        <a:ext cx="5086726" cy="1347164"/>
      </dsp:txXfrm>
    </dsp:sp>
    <dsp:sp modelId="{BB1A4AD8-2D30-417E-ACAA-E51D0BC9AACF}">
      <dsp:nvSpPr>
        <dsp:cNvPr id="0" name=""/>
        <dsp:cNvSpPr/>
      </dsp:nvSpPr>
      <dsp:spPr>
        <a:xfrm>
          <a:off x="0" y="1653840"/>
          <a:ext cx="5232482" cy="1492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Sentiment Categorization: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Classifies messages into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Positive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Negative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and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Neutral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categories.</a:t>
          </a:r>
        </a:p>
      </dsp:txBody>
      <dsp:txXfrm>
        <a:off x="72878" y="1726718"/>
        <a:ext cx="5086726" cy="1347164"/>
      </dsp:txXfrm>
    </dsp:sp>
    <dsp:sp modelId="{07C28025-92CC-4DFF-89A9-202EFC175240}">
      <dsp:nvSpPr>
        <dsp:cNvPr id="0" name=""/>
        <dsp:cNvSpPr/>
      </dsp:nvSpPr>
      <dsp:spPr>
        <a:xfrm>
          <a:off x="0" y="3210120"/>
          <a:ext cx="5232482" cy="14929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Insight: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Provides per-sender statistics, sentiment distribution, and trend over time for deeper user understanding.</a:t>
          </a:r>
        </a:p>
      </dsp:txBody>
      <dsp:txXfrm>
        <a:off x="72878" y="3282998"/>
        <a:ext cx="5086726" cy="13471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56D2F7-CF78-4C95-9E00-DB7C80C40F0A}">
      <dsp:nvSpPr>
        <dsp:cNvPr id="0" name=""/>
        <dsp:cNvSpPr/>
      </dsp:nvSpPr>
      <dsp:spPr>
        <a:xfrm>
          <a:off x="1755093" y="861089"/>
          <a:ext cx="3717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735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30902" y="904795"/>
        <a:ext cx="20116" cy="4027"/>
      </dsp:txXfrm>
    </dsp:sp>
    <dsp:sp modelId="{80330123-8080-41CD-96BF-1A8873EFDFEB}">
      <dsp:nvSpPr>
        <dsp:cNvPr id="0" name=""/>
        <dsp:cNvSpPr/>
      </dsp:nvSpPr>
      <dsp:spPr>
        <a:xfrm>
          <a:off x="7609" y="192172"/>
          <a:ext cx="1749283" cy="14292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16" tIns="89974" rIns="85716" bIns="8997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Step 1: Data Acquisition — Exporting raw .txt chat files.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609" y="192172"/>
        <a:ext cx="1749283" cy="1429273"/>
      </dsp:txXfrm>
    </dsp:sp>
    <dsp:sp modelId="{CE6348F7-25E4-4053-B682-C98E805E3EDB}">
      <dsp:nvSpPr>
        <dsp:cNvPr id="0" name=""/>
        <dsp:cNvSpPr/>
      </dsp:nvSpPr>
      <dsp:spPr>
        <a:xfrm>
          <a:off x="3906712" y="861089"/>
          <a:ext cx="3717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735" y="45720"/>
              </a:lnTo>
            </a:path>
          </a:pathLst>
        </a:custGeom>
        <a:noFill/>
        <a:ln w="6350" cap="flat" cmpd="sng" algn="ctr">
          <a:solidFill>
            <a:schemeClr val="accent2">
              <a:hueOff val="-7138"/>
              <a:satOff val="-2330"/>
              <a:lumOff val="-435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82521" y="904795"/>
        <a:ext cx="20116" cy="4027"/>
      </dsp:txXfrm>
    </dsp:sp>
    <dsp:sp modelId="{8AD14788-3423-4C74-91AE-B905385BE3E9}">
      <dsp:nvSpPr>
        <dsp:cNvPr id="0" name=""/>
        <dsp:cNvSpPr/>
      </dsp:nvSpPr>
      <dsp:spPr>
        <a:xfrm>
          <a:off x="2159228" y="177673"/>
          <a:ext cx="1749283" cy="1458272"/>
        </a:xfrm>
        <a:prstGeom prst="rect">
          <a:avLst/>
        </a:prstGeom>
        <a:solidFill>
          <a:schemeClr val="accent2">
            <a:hueOff val="-5948"/>
            <a:satOff val="-1942"/>
            <a:lumOff val="-3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16" tIns="89974" rIns="85716" bIns="8997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Step 2: Preprocessing &amp; Cleaning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59228" y="177673"/>
        <a:ext cx="1749283" cy="1458272"/>
      </dsp:txXfrm>
    </dsp:sp>
    <dsp:sp modelId="{A0D0BBAA-A150-45A2-BCF9-8C3BD58E20C1}">
      <dsp:nvSpPr>
        <dsp:cNvPr id="0" name=""/>
        <dsp:cNvSpPr/>
      </dsp:nvSpPr>
      <dsp:spPr>
        <a:xfrm>
          <a:off x="882251" y="1619646"/>
          <a:ext cx="4303237" cy="386235"/>
        </a:xfrm>
        <a:custGeom>
          <a:avLst/>
          <a:gdLst/>
          <a:ahLst/>
          <a:cxnLst/>
          <a:rect l="0" t="0" r="0" b="0"/>
          <a:pathLst>
            <a:path>
              <a:moveTo>
                <a:pt x="4303237" y="0"/>
              </a:moveTo>
              <a:lnTo>
                <a:pt x="4303237" y="210217"/>
              </a:lnTo>
              <a:lnTo>
                <a:pt x="0" y="210217"/>
              </a:lnTo>
              <a:lnTo>
                <a:pt x="0" y="386235"/>
              </a:lnTo>
            </a:path>
          </a:pathLst>
        </a:custGeom>
        <a:noFill/>
        <a:ln w="6350" cap="flat" cmpd="sng" algn="ctr">
          <a:solidFill>
            <a:schemeClr val="accent2">
              <a:hueOff val="-14276"/>
              <a:satOff val="-4660"/>
              <a:lumOff val="-870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5786" y="1810749"/>
        <a:ext cx="216168" cy="4027"/>
      </dsp:txXfrm>
    </dsp:sp>
    <dsp:sp modelId="{EC018E75-80BA-4E79-9D0F-4263B072F99F}">
      <dsp:nvSpPr>
        <dsp:cNvPr id="0" name=""/>
        <dsp:cNvSpPr/>
      </dsp:nvSpPr>
      <dsp:spPr>
        <a:xfrm>
          <a:off x="4310847" y="192172"/>
          <a:ext cx="1749283" cy="1429273"/>
        </a:xfrm>
        <a:prstGeom prst="rect">
          <a:avLst/>
        </a:prstGeom>
        <a:solidFill>
          <a:schemeClr val="accent2">
            <a:hueOff val="-11896"/>
            <a:satOff val="-3883"/>
            <a:lumOff val="-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16" tIns="89974" rIns="85716" bIns="8997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Parsing timestamps and user identifiers.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10847" y="192172"/>
        <a:ext cx="1749283" cy="1429273"/>
      </dsp:txXfrm>
    </dsp:sp>
    <dsp:sp modelId="{B7D26243-0767-40A0-86E8-56253E3E8370}">
      <dsp:nvSpPr>
        <dsp:cNvPr id="0" name=""/>
        <dsp:cNvSpPr/>
      </dsp:nvSpPr>
      <dsp:spPr>
        <a:xfrm>
          <a:off x="1755093" y="2579690"/>
          <a:ext cx="3717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735" y="45720"/>
              </a:lnTo>
            </a:path>
          </a:pathLst>
        </a:custGeom>
        <a:noFill/>
        <a:ln w="6350" cap="flat" cmpd="sng" algn="ctr">
          <a:solidFill>
            <a:schemeClr val="accent2">
              <a:hueOff val="-21413"/>
              <a:satOff val="-6990"/>
              <a:lumOff val="-1305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30902" y="2623397"/>
        <a:ext cx="20116" cy="4027"/>
      </dsp:txXfrm>
    </dsp:sp>
    <dsp:sp modelId="{6A3A4C1C-1D69-4B0C-A9B4-6D9FB1EA3F57}">
      <dsp:nvSpPr>
        <dsp:cNvPr id="0" name=""/>
        <dsp:cNvSpPr/>
      </dsp:nvSpPr>
      <dsp:spPr>
        <a:xfrm>
          <a:off x="7609" y="2038281"/>
          <a:ext cx="1749283" cy="1174259"/>
        </a:xfrm>
        <a:prstGeom prst="rect">
          <a:avLst/>
        </a:prstGeom>
        <a:solidFill>
          <a:schemeClr val="accent2">
            <a:hueOff val="-17844"/>
            <a:satOff val="-5825"/>
            <a:lumOff val="-10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16" tIns="89974" rIns="85716" bIns="8997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Handling emojis, media, and special characters.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609" y="2038281"/>
        <a:ext cx="1749283" cy="1174259"/>
      </dsp:txXfrm>
    </dsp:sp>
    <dsp:sp modelId="{FAA7F324-CD3B-4A5E-9A2F-8589A9C7B4F6}">
      <dsp:nvSpPr>
        <dsp:cNvPr id="0" name=""/>
        <dsp:cNvSpPr/>
      </dsp:nvSpPr>
      <dsp:spPr>
        <a:xfrm>
          <a:off x="3906712" y="2579690"/>
          <a:ext cx="3717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735" y="45720"/>
              </a:lnTo>
            </a:path>
          </a:pathLst>
        </a:custGeom>
        <a:noFill/>
        <a:ln w="6350" cap="flat" cmpd="sng" algn="ctr">
          <a:solidFill>
            <a:schemeClr val="accent2">
              <a:hueOff val="-28551"/>
              <a:satOff val="-9320"/>
              <a:lumOff val="-1741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82521" y="2623397"/>
        <a:ext cx="20116" cy="4027"/>
      </dsp:txXfrm>
    </dsp:sp>
    <dsp:sp modelId="{06E0A388-B76D-4D2E-81A2-64A872002910}">
      <dsp:nvSpPr>
        <dsp:cNvPr id="0" name=""/>
        <dsp:cNvSpPr/>
      </dsp:nvSpPr>
      <dsp:spPr>
        <a:xfrm>
          <a:off x="2159228" y="2038281"/>
          <a:ext cx="1749283" cy="1174259"/>
        </a:xfrm>
        <a:prstGeom prst="rect">
          <a:avLst/>
        </a:prstGeom>
        <a:solidFill>
          <a:schemeClr val="accent2">
            <a:hueOff val="-23793"/>
            <a:satOff val="-7767"/>
            <a:lumOff val="-1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16" tIns="89974" rIns="85716" bIns="8997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Tokenization, </a:t>
          </a:r>
          <a:r>
            <a:rPr lang="en-US" sz="160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Stopword</a:t>
          </a: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Removal, and Normalization.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59228" y="2038281"/>
        <a:ext cx="1749283" cy="1174259"/>
      </dsp:txXfrm>
    </dsp:sp>
    <dsp:sp modelId="{CEFA94D6-62F6-4B81-B268-F7EBB8875579}">
      <dsp:nvSpPr>
        <dsp:cNvPr id="0" name=""/>
        <dsp:cNvSpPr/>
      </dsp:nvSpPr>
      <dsp:spPr>
        <a:xfrm>
          <a:off x="882251" y="3210740"/>
          <a:ext cx="4303237" cy="371735"/>
        </a:xfrm>
        <a:custGeom>
          <a:avLst/>
          <a:gdLst/>
          <a:ahLst/>
          <a:cxnLst/>
          <a:rect l="0" t="0" r="0" b="0"/>
          <a:pathLst>
            <a:path>
              <a:moveTo>
                <a:pt x="4303237" y="0"/>
              </a:moveTo>
              <a:lnTo>
                <a:pt x="4303237" y="202967"/>
              </a:lnTo>
              <a:lnTo>
                <a:pt x="0" y="202967"/>
              </a:lnTo>
              <a:lnTo>
                <a:pt x="0" y="371735"/>
              </a:lnTo>
            </a:path>
          </a:pathLst>
        </a:custGeom>
        <a:noFill/>
        <a:ln w="6350" cap="flat" cmpd="sng" algn="ctr">
          <a:solidFill>
            <a:schemeClr val="accent2">
              <a:hueOff val="-35689"/>
              <a:satOff val="-11650"/>
              <a:lumOff val="-2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5820" y="3394594"/>
        <a:ext cx="216100" cy="4027"/>
      </dsp:txXfrm>
    </dsp:sp>
    <dsp:sp modelId="{9FB0B8EA-B566-4668-83E7-8EEBBD7CC636}">
      <dsp:nvSpPr>
        <dsp:cNvPr id="0" name=""/>
        <dsp:cNvSpPr/>
      </dsp:nvSpPr>
      <dsp:spPr>
        <a:xfrm>
          <a:off x="4310847" y="2038281"/>
          <a:ext cx="1749283" cy="1174259"/>
        </a:xfrm>
        <a:prstGeom prst="rect">
          <a:avLst/>
        </a:prstGeom>
        <a:solidFill>
          <a:schemeClr val="accent2">
            <a:hueOff val="-29741"/>
            <a:satOff val="-9708"/>
            <a:lumOff val="-18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16" tIns="89974" rIns="85716" bIns="8997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Step 3: Feature Engineering — Preparing the clean text for the Deep Learning model.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10847" y="2038281"/>
        <a:ext cx="1749283" cy="1174259"/>
      </dsp:txXfrm>
    </dsp:sp>
    <dsp:sp modelId="{0BD1C152-FFF9-4CCC-95E1-13C77D377765}">
      <dsp:nvSpPr>
        <dsp:cNvPr id="0" name=""/>
        <dsp:cNvSpPr/>
      </dsp:nvSpPr>
      <dsp:spPr>
        <a:xfrm>
          <a:off x="7609" y="3614875"/>
          <a:ext cx="1749283" cy="1306788"/>
        </a:xfrm>
        <a:prstGeom prst="rect">
          <a:avLst/>
        </a:prstGeom>
        <a:solidFill>
          <a:schemeClr val="accent2">
            <a:hueOff val="-35689"/>
            <a:satOff val="-11650"/>
            <a:lumOff val="-2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16" tIns="89974" rIns="85716" bIns="8997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Step 4: Statistical Analysis — Generating initial metrics and visualizations.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609" y="3614875"/>
        <a:ext cx="1749283" cy="1306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58A95-03AB-4772-9F1D-CE11FEB2E524}">
      <dsp:nvSpPr>
        <dsp:cNvPr id="0" name=""/>
        <dsp:cNvSpPr/>
      </dsp:nvSpPr>
      <dsp:spPr>
        <a:xfrm>
          <a:off x="376650" y="132754"/>
          <a:ext cx="998156" cy="9981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05C1D-6F4A-4D25-BC8B-F95C6CA340E9}">
      <dsp:nvSpPr>
        <dsp:cNvPr id="0" name=""/>
        <dsp:cNvSpPr/>
      </dsp:nvSpPr>
      <dsp:spPr>
        <a:xfrm>
          <a:off x="4647" y="1286625"/>
          <a:ext cx="2851875" cy="1962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Why LSTM? 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Standard Neural Networks struggle with sequential data, such as chat messages.</a:t>
          </a:r>
        </a:p>
      </dsp:txBody>
      <dsp:txXfrm>
        <a:off x="4647" y="1286625"/>
        <a:ext cx="2851875" cy="1962940"/>
      </dsp:txXfrm>
    </dsp:sp>
    <dsp:sp modelId="{07BB57A5-D731-4437-BE70-8ED092E1ADF1}">
      <dsp:nvSpPr>
        <dsp:cNvPr id="0" name=""/>
        <dsp:cNvSpPr/>
      </dsp:nvSpPr>
      <dsp:spPr>
        <a:xfrm>
          <a:off x="4647" y="3317312"/>
          <a:ext cx="2851875" cy="212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72EB4B-0207-4A20-9164-17E6C43AC773}">
      <dsp:nvSpPr>
        <dsp:cNvPr id="0" name=""/>
        <dsp:cNvSpPr/>
      </dsp:nvSpPr>
      <dsp:spPr>
        <a:xfrm>
          <a:off x="3906742" y="132754"/>
          <a:ext cx="998156" cy="9981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58802-ED44-440C-BBF7-286439899791}">
      <dsp:nvSpPr>
        <dsp:cNvPr id="0" name=""/>
        <dsp:cNvSpPr/>
      </dsp:nvSpPr>
      <dsp:spPr>
        <a:xfrm>
          <a:off x="3355600" y="1286625"/>
          <a:ext cx="2851875" cy="1962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Long Short-Term Memory (LSTM):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 special type of Recurrent Neural Network (RNN) designed to remember information for long periods, which is crucial for understanding the context and flow of a conversation.</a:t>
          </a:r>
        </a:p>
      </dsp:txBody>
      <dsp:txXfrm>
        <a:off x="3355600" y="1286625"/>
        <a:ext cx="2851875" cy="1962940"/>
      </dsp:txXfrm>
    </dsp:sp>
    <dsp:sp modelId="{022A17F8-BC02-4BA4-8DD3-FCFBFC45E039}">
      <dsp:nvSpPr>
        <dsp:cNvPr id="0" name=""/>
        <dsp:cNvSpPr/>
      </dsp:nvSpPr>
      <dsp:spPr>
        <a:xfrm>
          <a:off x="5733921" y="1211669"/>
          <a:ext cx="2851875" cy="212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862EF9-2314-48ED-A160-A875F4E8EA14}">
      <dsp:nvSpPr>
        <dsp:cNvPr id="0" name=""/>
        <dsp:cNvSpPr/>
      </dsp:nvSpPr>
      <dsp:spPr>
        <a:xfrm>
          <a:off x="7567088" y="28985"/>
          <a:ext cx="998156" cy="9981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A433D-0A57-48B6-9786-F59053862086}">
      <dsp:nvSpPr>
        <dsp:cNvPr id="0" name=""/>
        <dsp:cNvSpPr/>
      </dsp:nvSpPr>
      <dsp:spPr>
        <a:xfrm>
          <a:off x="6706553" y="1213015"/>
          <a:ext cx="2955312" cy="2110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Concept: It uses gates (Input, Forget, Output) to control the flow of information.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Application: Ideal for detecting nuanced sentiment and predicting future message patterns.</a:t>
          </a:r>
        </a:p>
      </dsp:txBody>
      <dsp:txXfrm>
        <a:off x="6706553" y="1213015"/>
        <a:ext cx="2955312" cy="2110160"/>
      </dsp:txXfrm>
    </dsp:sp>
    <dsp:sp modelId="{5C39E6B8-FC70-4516-B1C3-C631F0E51CBA}">
      <dsp:nvSpPr>
        <dsp:cNvPr id="0" name=""/>
        <dsp:cNvSpPr/>
      </dsp:nvSpPr>
      <dsp:spPr>
        <a:xfrm>
          <a:off x="6758272" y="3317312"/>
          <a:ext cx="2851875" cy="212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B1C65-D197-41BF-A460-EAC406251EE9}">
      <dsp:nvSpPr>
        <dsp:cNvPr id="0" name=""/>
        <dsp:cNvSpPr/>
      </dsp:nvSpPr>
      <dsp:spPr>
        <a:xfrm>
          <a:off x="0" y="88051"/>
          <a:ext cx="6160315" cy="14322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Need for Optimization: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Deep Learning models have many parameters (hyperparameters) that need precise tuning for optimal performance. Manual tuning is inefficient.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918" y="157969"/>
        <a:ext cx="6020479" cy="1292433"/>
      </dsp:txXfrm>
    </dsp:sp>
    <dsp:sp modelId="{4207A230-8627-4223-AA5E-EA9EB6CE538D}">
      <dsp:nvSpPr>
        <dsp:cNvPr id="0" name=""/>
        <dsp:cNvSpPr/>
      </dsp:nvSpPr>
      <dsp:spPr>
        <a:xfrm>
          <a:off x="0" y="1775618"/>
          <a:ext cx="6160315" cy="1549803"/>
        </a:xfrm>
        <a:prstGeom prst="roundRect">
          <a:avLst/>
        </a:prstGeom>
        <a:solidFill>
          <a:schemeClr val="accent2">
            <a:hueOff val="-17844"/>
            <a:satOff val="-5825"/>
            <a:lumOff val="-10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FOX (Fennec Fox Optimization):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 nature-inspired meta-heuristic algorithm used to efficiently tune the LSTM's hyperparameters.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5655" y="1851273"/>
        <a:ext cx="6009005" cy="1398493"/>
      </dsp:txXfrm>
    </dsp:sp>
    <dsp:sp modelId="{5F54112E-43EA-4977-85E2-171E1AF5EC69}">
      <dsp:nvSpPr>
        <dsp:cNvPr id="0" name=""/>
        <dsp:cNvSpPr/>
      </dsp:nvSpPr>
      <dsp:spPr>
        <a:xfrm>
          <a:off x="0" y="3538770"/>
          <a:ext cx="6160315" cy="1448069"/>
        </a:xfrm>
        <a:prstGeom prst="roundRect">
          <a:avLst/>
        </a:prstGeom>
        <a:solidFill>
          <a:schemeClr val="accent2">
            <a:hueOff val="-35689"/>
            <a:satOff val="-11650"/>
            <a:lumOff val="-2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Impact: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The FOX-Optimized model demonstrates: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Improved Accuracy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Reduced Training Time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689" y="3609459"/>
        <a:ext cx="6018937" cy="1306691"/>
      </dsp:txXfrm>
    </dsp:sp>
    <dsp:sp modelId="{213BA62E-5D88-45F1-80AD-332B9B148083}">
      <dsp:nvSpPr>
        <dsp:cNvPr id="0" name=""/>
        <dsp:cNvSpPr/>
      </dsp:nvSpPr>
      <dsp:spPr>
        <a:xfrm>
          <a:off x="0" y="4621873"/>
          <a:ext cx="6160315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59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400" kern="1200" dirty="0"/>
        </a:p>
      </dsp:txBody>
      <dsp:txXfrm>
        <a:off x="0" y="4621873"/>
        <a:ext cx="6160315" cy="2980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CDA15-A3CD-4E93-9755-F3E5EC01385E}">
      <dsp:nvSpPr>
        <dsp:cNvPr id="0" name=""/>
        <dsp:cNvSpPr/>
      </dsp:nvSpPr>
      <dsp:spPr>
        <a:xfrm>
          <a:off x="1232063" y="440"/>
          <a:ext cx="4928252" cy="243064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622" tIns="617383" rIns="95622" bIns="61738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Mean Squared Error (MSE)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Root Mean Squared Error (RMSE)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Mean Absolute Error (MAE)</a:t>
          </a:r>
        </a:p>
      </dsp:txBody>
      <dsp:txXfrm>
        <a:off x="1232063" y="440"/>
        <a:ext cx="4928252" cy="2430643"/>
      </dsp:txXfrm>
    </dsp:sp>
    <dsp:sp modelId="{FD432534-59BF-47FB-9E4F-3B95E09C1DC7}">
      <dsp:nvSpPr>
        <dsp:cNvPr id="0" name=""/>
        <dsp:cNvSpPr/>
      </dsp:nvSpPr>
      <dsp:spPr>
        <a:xfrm>
          <a:off x="0" y="440"/>
          <a:ext cx="1232063" cy="24306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97" tIns="240094" rIns="65197" bIns="24009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METRICS:</a:t>
          </a:r>
        </a:p>
      </dsp:txBody>
      <dsp:txXfrm>
        <a:off x="0" y="440"/>
        <a:ext cx="1232063" cy="2430643"/>
      </dsp:txXfrm>
    </dsp:sp>
    <dsp:sp modelId="{22172152-20A1-4304-9AC3-346DA986588C}">
      <dsp:nvSpPr>
        <dsp:cNvPr id="0" name=""/>
        <dsp:cNvSpPr/>
      </dsp:nvSpPr>
      <dsp:spPr>
        <a:xfrm>
          <a:off x="1232063" y="2576921"/>
          <a:ext cx="4928252" cy="243064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622" tIns="617383" rIns="95622" bIns="61738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Compare: Present a table or chart showing the improved metrics and reduced training time of the FOX-Optimized LSTM model against a base LSTM or traditional ML model.</a:t>
          </a:r>
        </a:p>
      </dsp:txBody>
      <dsp:txXfrm>
        <a:off x="1232063" y="2576921"/>
        <a:ext cx="4928252" cy="2430643"/>
      </dsp:txXfrm>
    </dsp:sp>
    <dsp:sp modelId="{4DCEA0F5-A56A-4ACC-A9C6-C306019C2B29}">
      <dsp:nvSpPr>
        <dsp:cNvPr id="0" name=""/>
        <dsp:cNvSpPr/>
      </dsp:nvSpPr>
      <dsp:spPr>
        <a:xfrm>
          <a:off x="0" y="2576921"/>
          <a:ext cx="1232063" cy="24306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97" tIns="240094" rIns="65197" bIns="24009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ADVANTAGE OF FOX:</a:t>
          </a:r>
        </a:p>
      </dsp:txBody>
      <dsp:txXfrm>
        <a:off x="0" y="2576921"/>
        <a:ext cx="1232063" cy="24306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0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0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2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42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41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4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1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6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0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18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229233-9672-4675-99B7-6CBCEF1C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5FF010-B53C-46BE-BEEF-AF926A00F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8500" y="2057400"/>
            <a:ext cx="4876800" cy="274320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09AD9C-1F43-4138-A72B-8CA988EDD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300" y="2057400"/>
            <a:ext cx="3276600" cy="274320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55644-133C-2E6A-298B-75C4C87EF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5854" y="2197768"/>
            <a:ext cx="3066046" cy="2486527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ARSHIYA (2203A51002)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 ADHITHI NAMA (2203A51027)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SUMAYYA TASNEEM (2203A51031)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SUMASREE (2203A51039)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AMULYA (2203A51059)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5B199-BA64-5AA0-B028-CC00FB7A9E47}"/>
              </a:ext>
            </a:extLst>
          </p:cNvPr>
          <p:cNvSpPr txBox="1"/>
          <p:nvPr/>
        </p:nvSpPr>
        <p:spPr>
          <a:xfrm>
            <a:off x="9304421" y="6192254"/>
            <a:ext cx="2759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latin typeface="Arial Rounded MT Bold" panose="020F0704030504030204" pitchFamily="34" charset="0"/>
              </a:rPr>
              <a:t>UNDER THE GUDIENCE- S NURESH KUMAR</a:t>
            </a:r>
            <a:endParaRPr lang="en-IN" sz="1600" dirty="0">
              <a:latin typeface="Arial Rounded MT Bold" panose="020F07040305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A3DF0A-03DD-4A07-C2E2-40CF09BA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559B14-19AC-EE96-91EA-653A27BEB1C7}"/>
              </a:ext>
            </a:extLst>
          </p:cNvPr>
          <p:cNvSpPr txBox="1"/>
          <p:nvPr/>
        </p:nvSpPr>
        <p:spPr>
          <a:xfrm>
            <a:off x="4959017" y="2286869"/>
            <a:ext cx="33668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CHAT SENTIMENT ANALYZER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084049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057A51B-D758-43C1-965D-87BC59C65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B14D17-F39E-46D8-B836-C27298608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628901" y="-2628900"/>
            <a:ext cx="6134100" cy="11391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F10DC-4363-B657-417A-A08B3488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92" y="2347261"/>
            <a:ext cx="3642728" cy="1439577"/>
          </a:xfrm>
        </p:spPr>
        <p:txBody>
          <a:bodyPr anchor="t">
            <a:noAutofit/>
          </a:bodyPr>
          <a:lstStyle/>
          <a:p>
            <a:r>
              <a:rPr lang="en-US" sz="4000" b="0" dirty="0"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0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lang="en-IN" sz="4000" b="0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A9D2C6E-62FD-8679-80C7-9DA5B90739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0563082"/>
              </p:ext>
            </p:extLst>
          </p:nvPr>
        </p:nvGraphicFramePr>
        <p:xfrm>
          <a:off x="5321218" y="685800"/>
          <a:ext cx="5232482" cy="4800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190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0BEDCA0-5887-4BE5-B9A9-475112CFD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34210E-BF53-4B8C-AAF6-67A500877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F20F32-BAF8-48C2-BAC7-3E3B2405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371600"/>
            <a:ext cx="11391902" cy="411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FDBA7-51E3-5882-7752-E1255C34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057401"/>
            <a:ext cx="5257800" cy="1043260"/>
          </a:xfrm>
        </p:spPr>
        <p:txBody>
          <a:bodyPr anchor="ctr">
            <a:normAutofit/>
          </a:bodyPr>
          <a:lstStyle/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2DB3D-214C-917C-196A-5A0A45FCC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521" y="3100660"/>
            <a:ext cx="5274371" cy="180516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 existing WhatsApp chat </a:t>
            </a:r>
            <a:r>
              <a:rPr lang="en-US" sz="17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analysers</a:t>
            </a:r>
            <a:r>
              <a:rPr lang="en-US" sz="17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effectively quantify communication metrics, they cannot assess the sentimental content of conversations. This limitation hinders a comprehensive understanding of user interactions, as the sentimental context is crucial for interpreting the nuances of communication.</a:t>
            </a:r>
            <a:endParaRPr lang="en-IN" sz="17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07B184-00E8-E016-5A14-8422BD758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796" y="205740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1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BEDCA0-5887-4BE5-B9A9-475112CFD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34210E-BF53-4B8C-AAF6-67A500877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F20F32-BAF8-48C2-BAC7-3E3B2405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371600"/>
            <a:ext cx="11391902" cy="411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6A513-74D3-A08D-3443-C17354122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1714500"/>
            <a:ext cx="5694792" cy="10432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OVERVIEW: THE INSIGHT ENGINE</a:t>
            </a:r>
            <a:endParaRPr lang="en-IN" b="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D5090B9F-34EA-B53D-6082-2F137235C1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3486" y="3409088"/>
            <a:ext cx="6545943" cy="20773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system for analyzing exported WhatsApp chat text.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statistical analysis and text preparation.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(LSTM):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capture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patterns.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FOX Optimization: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hyperparameter tuning and model performance.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interactive, user-friendly web interface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with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Graphic 7" descr="Laptop Secure">
            <a:extLst>
              <a:ext uri="{FF2B5EF4-FFF2-40B4-BE49-F238E27FC236}">
                <a16:creationId xmlns:a16="http://schemas.microsoft.com/office/drawing/2014/main" id="{807C6EC6-FDF9-85B4-DB8E-88D4EC323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1796" y="205740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2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AE8BDD1-BA6D-4C57-BE22-BBE4A6F00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7669C8-6167-4A30-AD4E-0215E6483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40386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DF572-6A1F-7704-448E-F131D5A6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78" y="685800"/>
            <a:ext cx="2962653" cy="2743200"/>
          </a:xfrm>
        </p:spPr>
        <p:txBody>
          <a:bodyPr anchor="t">
            <a:normAutofit/>
          </a:bodyPr>
          <a:lstStyle/>
          <a:p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THE DATA PIPELINE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AAA5A2A-E675-970D-5D6B-F37231D19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886580"/>
              </p:ext>
            </p:extLst>
          </p:nvPr>
        </p:nvGraphicFramePr>
        <p:xfrm>
          <a:off x="5104894" y="867220"/>
          <a:ext cx="6067741" cy="5099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861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67669C8-6167-4A30-AD4E-0215E6483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0265E0-7389-441B-AD2F-9304B3D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3700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A2A09-FD0A-74BF-F372-384ADA00C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352" y="499921"/>
            <a:ext cx="9410449" cy="105755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DIVE: LSTM - THE POWER OF CONTEXTUAL MEMORY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434A5C2-86DA-737B-C1A0-82F18F923F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3417324"/>
              </p:ext>
            </p:extLst>
          </p:nvPr>
        </p:nvGraphicFramePr>
        <p:xfrm>
          <a:off x="1988457" y="2685143"/>
          <a:ext cx="9666514" cy="3672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175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0FE9CC2-BA24-47CD-AE5E-A6BB2A464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B5E4CD-D48B-4BA2-A183-C7F932AA6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82830"/>
            <a:ext cx="4038600" cy="411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68DAB-01D1-EB61-322B-0BE74D12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2057400"/>
            <a:ext cx="2630854" cy="2647462"/>
          </a:xfrm>
        </p:spPr>
        <p:txBody>
          <a:bodyPr anchor="t">
            <a:normAutofit/>
          </a:bodyPr>
          <a:lstStyle/>
          <a:p>
            <a:r>
              <a:rPr lang="en-IN" sz="3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SECRET: THE FOX ALGORITHM </a:t>
            </a:r>
            <a:br>
              <a:rPr lang="en-IN" sz="3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0E2383-EEEC-928F-E491-1C02407AF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087921"/>
              </p:ext>
            </p:extLst>
          </p:nvPr>
        </p:nvGraphicFramePr>
        <p:xfrm>
          <a:off x="5068562" y="817510"/>
          <a:ext cx="6160315" cy="5008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599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C426711-1D48-4471-A750-0C8F4193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914DDC-D2A9-4C86-B057-CDBB8F17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676" y="1"/>
            <a:ext cx="12196676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9C7114-BEDD-41AE-8645-0502136A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8376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0C7B5-8C7D-6360-CD40-9D222D449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499" y="488619"/>
            <a:ext cx="9841658" cy="1075123"/>
          </a:xfrm>
        </p:spPr>
        <p:txBody>
          <a:bodyPr>
            <a:normAutofit/>
          </a:bodyPr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I: COMMUNICATION BEHAVIORAL INSIGHTS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CD321-87E5-D6BB-5371-6547D06C3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387" y="2382156"/>
            <a:ext cx="4884056" cy="207554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Activity Distribution: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the most talkative participants.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messages, Total media, and links shared.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Active Sender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Day/Time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conversation.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4BF1225-E58B-BB68-CDAB-5934A8EFC7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94"/>
          <a:stretch/>
        </p:blipFill>
        <p:spPr>
          <a:xfrm>
            <a:off x="7073414" y="4670879"/>
            <a:ext cx="4984956" cy="197394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D29B272-1CD4-EC1A-9EF7-4311016DC4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830"/>
          <a:stretch/>
        </p:blipFill>
        <p:spPr>
          <a:xfrm>
            <a:off x="133630" y="1707242"/>
            <a:ext cx="6806154" cy="364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9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CFB7124-993E-4CF3-A0CA-A32DF6CC4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94F4EA-6586-4537-8435-1C89CECA2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4152"/>
            <a:ext cx="4876800" cy="412969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ADC27-8116-3E87-0163-3D8EC6C1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2233245"/>
            <a:ext cx="3695700" cy="279837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Visualizations: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 of message counts per user.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Activity Heatmaps (time of day vs. day of week).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Clouds and Emoji Usage analysis.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Generation: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concise summaries of long chat threads.</a:t>
            </a:r>
            <a:br>
              <a:rPr lang="en-US" sz="1050" dirty="0"/>
            </a:br>
            <a:endParaRPr lang="en-US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65815A2-E45B-09CF-A3ED-B05C74FCA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0" y="3589869"/>
            <a:ext cx="6302744" cy="2883504"/>
          </a:xfrm>
          <a:prstGeom prst="rect">
            <a:avLst/>
          </a:prstGeom>
        </p:spPr>
      </p:pic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8B419376-8C0F-D7B9-13BC-C5E9FA140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35" r="4546"/>
          <a:stretch/>
        </p:blipFill>
        <p:spPr>
          <a:xfrm>
            <a:off x="5676900" y="384627"/>
            <a:ext cx="6302744" cy="288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41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D496F58-731B-4833-93F9-53192FC21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5B3A3C-971D-4F24-9512-C9E4590CA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804" y="-5040"/>
            <a:ext cx="6477000" cy="207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B14BE-EB12-EF07-8B89-168FE800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73" y="494639"/>
            <a:ext cx="4878727" cy="1075123"/>
          </a:xfrm>
        </p:spPr>
        <p:txBody>
          <a:bodyPr>
            <a:normAutofit/>
          </a:bodyPr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II: SENTIMENT &amp; PREDICTIVE TRENDS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BABA1-8304-E03C-FF73-965D842EC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0530" y="685800"/>
            <a:ext cx="3768347" cy="5508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Gauging the overall emotional tone (Positive, Negative, Neutral) of the conversation or individual users.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graphs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time.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LSTM model is trained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message patterns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LSTM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charts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 descr="A graph of growth and growth&#10;&#10;Description automatically generated with medium confidence">
            <a:extLst>
              <a:ext uri="{FF2B5EF4-FFF2-40B4-BE49-F238E27FC236}">
                <a16:creationId xmlns:a16="http://schemas.microsoft.com/office/drawing/2014/main" id="{B33681B5-79B8-79E7-D37B-5BE378E12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9"/>
          <a:stretch>
            <a:fillRect/>
          </a:stretch>
        </p:blipFill>
        <p:spPr>
          <a:xfrm>
            <a:off x="74376" y="2337310"/>
            <a:ext cx="7311778" cy="385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2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F4D6D2-4EE8-597F-73F0-97A2A90CF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93" y="1048657"/>
            <a:ext cx="10707614" cy="4760685"/>
          </a:xfrm>
        </p:spPr>
      </p:pic>
    </p:spTree>
    <p:extLst>
      <p:ext uri="{BB962C8B-B14F-4D97-AF65-F5344CB8AC3E}">
        <p14:creationId xmlns:p14="http://schemas.microsoft.com/office/powerpoint/2010/main" val="4053636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FE9CC2-BA24-47CD-AE5E-A6BB2A464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B5E4CD-D48B-4BA2-A183-C7F932AA6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82830"/>
            <a:ext cx="4038600" cy="411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B8E9E-35B2-62F0-B2D4-8DA42E31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2057400"/>
            <a:ext cx="2630854" cy="2647462"/>
          </a:xfrm>
        </p:spPr>
        <p:txBody>
          <a:bodyPr anchor="t">
            <a:normAutofit fontScale="90000"/>
          </a:bodyPr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 THE PROOF IS IN THE METRICS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693A54-9535-3662-A117-773BFC59B3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726036"/>
              </p:ext>
            </p:extLst>
          </p:nvPr>
        </p:nvGraphicFramePr>
        <p:xfrm>
          <a:off x="5068562" y="817510"/>
          <a:ext cx="6160315" cy="5008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7444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C426711-1D48-4471-A750-0C8F4193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914DDC-D2A9-4C86-B057-CDBB8F17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676" y="1"/>
            <a:ext cx="12196676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9C7114-BEDD-41AE-8645-0502136A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8376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A120A-24CE-CE11-B31B-59F540A1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499" y="488619"/>
            <a:ext cx="9841658" cy="1075123"/>
          </a:xfrm>
        </p:spPr>
        <p:txBody>
          <a:bodyPr>
            <a:normAutofit/>
          </a:bodyPr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IMPACT: DIVERSE APPLICATIONS 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AA825-B017-E861-2BEE-7202DF19B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1" y="2743199"/>
            <a:ext cx="4876800" cy="353350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Analytics: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Analyzing customer chats to gauge satisfaction and common pain points.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and Emotional Pattern Detection: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Providing deep behavioral insights into personal communication.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 Monitoring: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team engagement and identifying communication bottlenecks.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Data Mining: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Extending the core technology to other chat platforms.</a:t>
            </a:r>
          </a:p>
        </p:txBody>
      </p:sp>
      <p:pic>
        <p:nvPicPr>
          <p:cNvPr id="7" name="Graphic 6" descr="CRM Customer Insights App">
            <a:extLst>
              <a:ext uri="{FF2B5EF4-FFF2-40B4-BE49-F238E27FC236}">
                <a16:creationId xmlns:a16="http://schemas.microsoft.com/office/drawing/2014/main" id="{56B12868-DEE0-A534-B0C3-0EC5FC978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2" y="2819401"/>
            <a:ext cx="3276598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5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C426711-1D48-4471-A750-0C8F4193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914DDC-D2A9-4C86-B057-CDBB8F17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676" y="1"/>
            <a:ext cx="12196676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C7114-BEDD-41AE-8645-0502136A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8376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B7FC3-5435-93BA-B5AD-7DDD942F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499" y="488619"/>
            <a:ext cx="9841658" cy="1075123"/>
          </a:xfrm>
        </p:spPr>
        <p:txBody>
          <a:bodyPr>
            <a:normAutofit/>
          </a:bodyPr>
          <a:lstStyle/>
          <a:p>
            <a:r>
              <a:rPr lang="en-US"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3937-C41C-4840-E40F-47437D97C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1" y="2743199"/>
            <a:ext cx="4876800" cy="353350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Implementation: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successfully implements a complete WhatsApp chat analysis system using advanced Deep Learning and Optimization.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powerful behavioral insights, sentiment patterns, and predictive trends with improved efficiency due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FOX Optimization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Call: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have turned unstructured chat data into actionable conversational intelligence.</a:t>
            </a:r>
          </a:p>
        </p:txBody>
      </p:sp>
      <p:pic>
        <p:nvPicPr>
          <p:cNvPr id="19" name="Graphic 18" descr="Chat">
            <a:extLst>
              <a:ext uri="{FF2B5EF4-FFF2-40B4-BE49-F238E27FC236}">
                <a16:creationId xmlns:a16="http://schemas.microsoft.com/office/drawing/2014/main" id="{EF36E893-EF61-8997-844F-CE11399BD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2" y="2819401"/>
            <a:ext cx="3276598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286771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Encase">
      <a:dk1>
        <a:sysClr val="windowText" lastClr="000000"/>
      </a:dk1>
      <a:lt1>
        <a:sysClr val="window" lastClr="FFFFFF"/>
      </a:lt1>
      <a:dk2>
        <a:srgbClr val="1E2121"/>
      </a:dk2>
      <a:lt2>
        <a:srgbClr val="EFECEB"/>
      </a:lt2>
      <a:accent1>
        <a:srgbClr val="717059"/>
      </a:accent1>
      <a:accent2>
        <a:srgbClr val="B9A17E"/>
      </a:accent2>
      <a:accent3>
        <a:srgbClr val="766752"/>
      </a:accent3>
      <a:accent4>
        <a:srgbClr val="A28578"/>
      </a:accent4>
      <a:accent5>
        <a:srgbClr val="6E736D"/>
      </a:accent5>
      <a:accent6>
        <a:srgbClr val="BE8366"/>
      </a:accent6>
      <a:hlink>
        <a:srgbClr val="B5714F"/>
      </a:hlink>
      <a:folHlink>
        <a:srgbClr val="7B6B4C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769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Rounded MT Bold</vt:lpstr>
      <vt:lpstr>Avenir Next LT Pro</vt:lpstr>
      <vt:lpstr>Avenir Next LT Pro Light</vt:lpstr>
      <vt:lpstr>Times New Roman</vt:lpstr>
      <vt:lpstr>EncaseVTI</vt:lpstr>
      <vt:lpstr>PowerPoint Presentation</vt:lpstr>
      <vt:lpstr>PROJECT ABSTRACT</vt:lpstr>
      <vt:lpstr>PROBLEM STATEMENT</vt:lpstr>
      <vt:lpstr>SOLUTION OVERVIEW: THE INSIGHT ENGINE</vt:lpstr>
      <vt:lpstr>METHODOLOGY: THE DATA PIPELINE</vt:lpstr>
      <vt:lpstr>DEEP DIVE: LSTM - THE POWER OF CONTEXTUAL MEMORY</vt:lpstr>
      <vt:lpstr>OPTIMIZATION SECRET: THE FOX ALGORITHM  </vt:lpstr>
      <vt:lpstr>RESULTS I: COMMUNICATION BEHAVIORAL INSIGHTS</vt:lpstr>
      <vt:lpstr>Key Visualizations:  Bar charts of message counts per user.  Weekly Activity Heatmaps (time of day vs. day of week).  Word Clouds and Emoji Usage analysis.  Summary Generation:   Providing concise summaries of long chat threads. </vt:lpstr>
      <vt:lpstr>RESULTS II: SENTIMENT &amp; PREDICTIVE TRENDS</vt:lpstr>
      <vt:lpstr>PowerPoint Presentation</vt:lpstr>
      <vt:lpstr>MODEL PERFORMANCE: THE PROOF IS IN THE METRICS</vt:lpstr>
      <vt:lpstr>REAL-WORLD IMPACT: DIVERSE APPLICATIONS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WHATSAPP CHAT SENTIMENT ANALYZER</dc:title>
  <dc:creator>Sumayya Tasneem</dc:creator>
  <cp:lastModifiedBy>Sumayya Tasneem</cp:lastModifiedBy>
  <cp:revision>5</cp:revision>
  <dcterms:created xsi:type="dcterms:W3CDTF">2025-11-18T05:22:06Z</dcterms:created>
  <dcterms:modified xsi:type="dcterms:W3CDTF">2025-11-18T08:06:25Z</dcterms:modified>
</cp:coreProperties>
</file>